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handoutMasterIdLst>
    <p:handoutMasterId r:id="rId3"/>
  </p:handoutMasterIdLst>
  <p:sldIdLst>
    <p:sldId id="257" r:id="rId4"/>
    <p:sldId id="258" r:id="rId5"/>
    <p:sldId id="259" r:id="rId6"/>
    <p:sldId id="260" r:id="rId7"/>
    <p:sldId id="276" r:id="rId8"/>
    <p:sldId id="275" r:id="rId9"/>
    <p:sldId id="261" r:id="rId10"/>
    <p:sldId id="262" r:id="rId11"/>
    <p:sldId id="263" r:id="rId12"/>
    <p:sldId id="264" r:id="rId13"/>
    <p:sldId id="265" r:id="rId14"/>
    <p:sldId id="266" r:id="rId15"/>
    <p:sldId id="268" r:id="rId16"/>
    <p:sldId id="269" r:id="rId17"/>
    <p:sldId id="270" r:id="rId18"/>
    <p:sldId id="271" r:id="rId19"/>
    <p:sldId id="272" r:id="rId20"/>
    <p:sldId id="273" r:id="rId21"/>
    <p:sldId id="274" r:id="rId22"/>
  </p:sldIdLst>
  <p:sldSz type="screen16x9" cy="6858000" cx="12192000"/>
  <p:notesSz cx="6858000" cy="9144000"/>
  <p:defaultTextStyle>
    <a:defPPr>
      <a:defRPr lang="zh-CN"/>
    </a:defPPr>
    <a:lvl1pPr algn="l" defTabSz="914400" eaLnBrk="1" fontAlgn="base" hangingPunct="1" indent="0" latinLnBrk="0" lvl="0" marL="0" rtl="0">
      <a:lnSpc>
        <a:spcPct val="100000"/>
      </a:lnSpc>
      <a:spcBef>
        <a:spcPct val="0"/>
      </a:spcBef>
      <a:spcAft>
        <a:spcPct val="0"/>
      </a:spcAft>
      <a:buFontTx/>
      <a:buNone/>
      <a:defRPr baseline="0" b="0" i="0" kern="1200" u="none">
        <a:solidFill>
          <a:schemeClr val="tx1"/>
        </a:solidFill>
        <a:latin typeface="Calibri" panose="020F0502020204030204" pitchFamily="34" charset="0"/>
        <a:ea typeface="宋体" panose="02010600030101010101" pitchFamily="2" charset="-122"/>
        <a:cs typeface="+mn-cs"/>
      </a:defRPr>
    </a:lvl1pPr>
    <a:lvl2pPr algn="l" defTabSz="914400" eaLnBrk="1" fontAlgn="base" hangingPunct="1" indent="0" latinLnBrk="0" lvl="1" marL="457200" rtl="0">
      <a:lnSpc>
        <a:spcPct val="100000"/>
      </a:lnSpc>
      <a:spcBef>
        <a:spcPct val="0"/>
      </a:spcBef>
      <a:spcAft>
        <a:spcPct val="0"/>
      </a:spcAft>
      <a:buFontTx/>
      <a:buNone/>
      <a:defRPr baseline="0" b="0" i="0" kern="1200" u="none">
        <a:solidFill>
          <a:schemeClr val="tx1"/>
        </a:solidFill>
        <a:latin typeface="Calibri" panose="020F0502020204030204" pitchFamily="34" charset="0"/>
        <a:ea typeface="宋体" panose="02010600030101010101" pitchFamily="2" charset="-122"/>
        <a:cs typeface="+mn-cs"/>
      </a:defRPr>
    </a:lvl2pPr>
    <a:lvl3pPr algn="l" defTabSz="914400" eaLnBrk="1" fontAlgn="base" hangingPunct="1" indent="0" latinLnBrk="0" lvl="2" marL="914400" rtl="0">
      <a:lnSpc>
        <a:spcPct val="100000"/>
      </a:lnSpc>
      <a:spcBef>
        <a:spcPct val="0"/>
      </a:spcBef>
      <a:spcAft>
        <a:spcPct val="0"/>
      </a:spcAft>
      <a:buFontTx/>
      <a:buNone/>
      <a:defRPr baseline="0" b="0" i="0" kern="1200" u="none">
        <a:solidFill>
          <a:schemeClr val="tx1"/>
        </a:solidFill>
        <a:latin typeface="Calibri" panose="020F0502020204030204" pitchFamily="34" charset="0"/>
        <a:ea typeface="宋体" panose="02010600030101010101" pitchFamily="2" charset="-122"/>
        <a:cs typeface="+mn-cs"/>
      </a:defRPr>
    </a:lvl3pPr>
    <a:lvl4pPr algn="l" defTabSz="914400" eaLnBrk="1" fontAlgn="base" hangingPunct="1" indent="0" latinLnBrk="0" lvl="3" marL="1371600" rtl="0">
      <a:lnSpc>
        <a:spcPct val="100000"/>
      </a:lnSpc>
      <a:spcBef>
        <a:spcPct val="0"/>
      </a:spcBef>
      <a:spcAft>
        <a:spcPct val="0"/>
      </a:spcAft>
      <a:buFontTx/>
      <a:buNone/>
      <a:defRPr baseline="0" b="0" i="0" kern="1200" u="none">
        <a:solidFill>
          <a:schemeClr val="tx1"/>
        </a:solidFill>
        <a:latin typeface="Calibri" panose="020F0502020204030204" pitchFamily="34" charset="0"/>
        <a:ea typeface="宋体" panose="02010600030101010101" pitchFamily="2" charset="-122"/>
        <a:cs typeface="+mn-cs"/>
      </a:defRPr>
    </a:lvl4pPr>
    <a:lvl5pPr algn="l" defTabSz="914400" eaLnBrk="1" fontAlgn="base" hangingPunct="1" indent="0" latinLnBrk="0" lvl="4" marL="1828800" rtl="0">
      <a:lnSpc>
        <a:spcPct val="100000"/>
      </a:lnSpc>
      <a:spcBef>
        <a:spcPct val="0"/>
      </a:spcBef>
      <a:spcAft>
        <a:spcPct val="0"/>
      </a:spcAft>
      <a:buFontTx/>
      <a:buNone/>
      <a:defRPr baseline="0" b="0" i="0" kern="1200" u="none">
        <a:solidFill>
          <a:schemeClr val="tx1"/>
        </a:solidFill>
        <a:latin typeface="Calibri" panose="020F0502020204030204" pitchFamily="34" charset="0"/>
        <a:ea typeface="宋体" panose="02010600030101010101" pitchFamily="2" charset="-122"/>
        <a:cs typeface="+mn-cs"/>
      </a:defRPr>
    </a:lvl5pPr>
    <a:lvl6pPr algn="l" defTabSz="914400" eaLnBrk="1" fontAlgn="base" hangingPunct="1" indent="0" latinLnBrk="0" lvl="5" marL="2286000" rtl="0">
      <a:lnSpc>
        <a:spcPct val="100000"/>
      </a:lnSpc>
      <a:spcBef>
        <a:spcPct val="0"/>
      </a:spcBef>
      <a:spcAft>
        <a:spcPct val="0"/>
      </a:spcAft>
      <a:buFontTx/>
      <a:buNone/>
      <a:defRPr baseline="0" b="0" i="0" kern="1200" u="none">
        <a:solidFill>
          <a:schemeClr val="tx1"/>
        </a:solidFill>
        <a:latin typeface="Calibri" panose="020F0502020204030204" pitchFamily="34" charset="0"/>
        <a:ea typeface="宋体" panose="02010600030101010101" pitchFamily="2" charset="-122"/>
        <a:cs typeface="+mn-cs"/>
      </a:defRPr>
    </a:lvl6pPr>
    <a:lvl7pPr algn="l" defTabSz="914400" eaLnBrk="1" fontAlgn="base" hangingPunct="1" indent="0" latinLnBrk="0" lvl="6" marL="2743200" rtl="0">
      <a:lnSpc>
        <a:spcPct val="100000"/>
      </a:lnSpc>
      <a:spcBef>
        <a:spcPct val="0"/>
      </a:spcBef>
      <a:spcAft>
        <a:spcPct val="0"/>
      </a:spcAft>
      <a:buFontTx/>
      <a:buNone/>
      <a:defRPr baseline="0" b="0" i="0" kern="1200" u="none">
        <a:solidFill>
          <a:schemeClr val="tx1"/>
        </a:solidFill>
        <a:latin typeface="Calibri" panose="020F0502020204030204" pitchFamily="34" charset="0"/>
        <a:ea typeface="宋体" panose="02010600030101010101" pitchFamily="2" charset="-122"/>
        <a:cs typeface="+mn-cs"/>
      </a:defRPr>
    </a:lvl7pPr>
    <a:lvl8pPr algn="l" defTabSz="914400" eaLnBrk="1" fontAlgn="base" hangingPunct="1" indent="0" latinLnBrk="0" lvl="7" marL="3200400" rtl="0">
      <a:lnSpc>
        <a:spcPct val="100000"/>
      </a:lnSpc>
      <a:spcBef>
        <a:spcPct val="0"/>
      </a:spcBef>
      <a:spcAft>
        <a:spcPct val="0"/>
      </a:spcAft>
      <a:buFontTx/>
      <a:buNone/>
      <a:defRPr baseline="0" b="0" i="0" kern="1200" u="none">
        <a:solidFill>
          <a:schemeClr val="tx1"/>
        </a:solidFill>
        <a:latin typeface="Calibri" panose="020F0502020204030204" pitchFamily="34" charset="0"/>
        <a:ea typeface="宋体" panose="02010600030101010101" pitchFamily="2" charset="-122"/>
        <a:cs typeface="+mn-cs"/>
      </a:defRPr>
    </a:lvl8pPr>
    <a:lvl9pPr algn="l" defTabSz="914400" eaLnBrk="1" fontAlgn="base" hangingPunct="1" indent="0" latinLnBrk="0" lvl="8" marL="3657600" rtl="0">
      <a:lnSpc>
        <a:spcPct val="100000"/>
      </a:lnSpc>
      <a:spcBef>
        <a:spcPct val="0"/>
      </a:spcBef>
      <a:spcAft>
        <a:spcPct val="0"/>
      </a:spcAft>
      <a:buFontTx/>
      <a:buNone/>
      <a:defRPr baseline="0" b="0" i="0" kern="1200" u="none">
        <a:solidFill>
          <a:schemeClr val="tx1"/>
        </a:solidFill>
        <a:latin typeface="Calibri" panose="020F0502020204030204" pitchFamily="34" charset="0"/>
        <a:ea typeface="宋体" panose="02010600030101010101" pitchFamily="2" charset="-122"/>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clrMru>
    <a:srgbClr val="3EB198"/>
    <a:srgbClr val="74CEBB"/>
    <a:srgbClr val="B8E6DC"/>
    <a:srgbClr val="2B7D6B"/>
    <a:srgbClr val="30302F"/>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showOutlineIcons="0">
    <p:restoredLeft sz="15586"/>
    <p:restoredTop sz="77142"/>
  </p:normalViewPr>
  <p:slideViewPr>
    <p:cSldViewPr showGuides="1" snapToGrid="0">
      <p:cViewPr varScale="1">
        <p:scale>
          <a:sx n="58" d="100"/>
          <a:sy n="58" d="100"/>
        </p:scale>
        <p:origin x="912" y="42"/>
      </p:cViewPr>
      <p:guideLst>
        <p:guide orient="horz" pos="1956"/>
        <p:guide pos="3844"/>
      </p:guideLst>
    </p:cSldViewPr>
  </p:slideViewPr>
  <p:outlineViewPr>
    <p:cViewPr>
      <p:scale>
        <a:sx n="33" d="100"/>
        <a:sy n="33" d="100"/>
      </p:scale>
      <p:origin x="0" y="0"/>
    </p:cViewPr>
  </p:outlineViewPr>
  <p:notesTextViewPr>
    <p:cViewPr>
      <p:scale>
        <a:sx n="1" d="1"/>
        <a:sy n="1" d="1"/>
      </p:scale>
      <p:origin x="0" y="0"/>
    </p:cViewPr>
  </p:notesTextViewPr>
  <p:sorterViewPr showFormatting="0">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tableStyles" Target="tableStyle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45" name=""/>
        <p:cNvGrpSpPr/>
        <p:nvPr/>
      </p:nvGrpSpPr>
      <p:grpSpPr>
        <a:xfrm/>
      </p:grpSpPr>
      <p:sp>
        <p:nvSpPr>
          <p:cNvPr id="1048664"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pPr fontAlgn="base"/>
            <a:endParaRPr altLang="en-US" lang="zh-CN" noProof="1" strike="noStrike"/>
          </a:p>
        </p:txBody>
      </p:sp>
      <p:sp>
        <p:nvSpPr>
          <p:cNvPr id="1048665" name="日期占位符 2"/>
          <p:cNvSpPr>
            <a:spLocks noGrp="1"/>
          </p:cNvSpPr>
          <p:nvPr>
            <p:ph type="dt" sz="quarter" idx="1"/>
          </p:nvPr>
        </p:nvSpPr>
        <p:spPr>
          <a:xfrm>
            <a:off x="3884613" y="0"/>
            <a:ext cx="2971800" cy="458788"/>
          </a:xfrm>
          <a:prstGeom prst="rect"/>
        </p:spPr>
        <p:txBody>
          <a:bodyPr bIns="45720" lIns="91440" rIns="91440" rtlCol="0" tIns="45720" vert="horz"/>
          <a:lstStyle>
            <a:lvl1pPr algn="r">
              <a:defRPr sz="1200"/>
            </a:lvl1pPr>
          </a:lstStyle>
          <a:p>
            <a:pPr fontAlgn="base"/>
            <a:fld id="{0F9B84EA-7D68-4D60-9CB1-D50884785D1C}" type="datetimeFigureOut">
              <a:rPr altLang="en-US" lang="zh-CN" noProof="1" strike="noStrike" smtClean="0">
                <a:latin typeface="Calibri" panose="020F0502020204030204" pitchFamily="34" charset="0"/>
                <a:ea typeface="宋体" panose="02010600030101010101" pitchFamily="2" charset="-122"/>
                <a:cs typeface="+mn-cs"/>
              </a:rPr>
            </a:fld>
            <a:endParaRPr altLang="en-US" lang="zh-CN" noProof="1" strike="noStrike"/>
          </a:p>
        </p:txBody>
      </p:sp>
      <p:sp>
        <p:nvSpPr>
          <p:cNvPr id="1048666" name="页脚占位符 3"/>
          <p:cNvSpPr>
            <a:spLocks noGrp="1"/>
          </p:cNvSpPr>
          <p:nvPr>
            <p:ph type="ftr" sz="quarter" idx="2"/>
          </p:nvPr>
        </p:nvSpPr>
        <p:spPr>
          <a:xfrm>
            <a:off x="0" y="8685213"/>
            <a:ext cx="2971800" cy="458788"/>
          </a:xfrm>
          <a:prstGeom prst="rect"/>
        </p:spPr>
        <p:txBody>
          <a:bodyPr anchor="b" bIns="45720" lIns="91440" rIns="91440" rtlCol="0" tIns="45720" vert="horz"/>
          <a:lstStyle>
            <a:lvl1pPr algn="l">
              <a:defRPr sz="1200"/>
            </a:lvl1pPr>
          </a:lstStyle>
          <a:p>
            <a:pPr fontAlgn="base"/>
            <a:endParaRPr altLang="en-US" lang="zh-CN" noProof="1" strike="noStrike"/>
          </a:p>
        </p:txBody>
      </p:sp>
      <p:sp>
        <p:nvSpPr>
          <p:cNvPr id="1048667" name="灯片编号占位符 4"/>
          <p:cNvSpPr>
            <a:spLocks noGrp="1"/>
          </p:cNvSpPr>
          <p:nvPr>
            <p:ph type="sldNum" sz="quarter" idx="3"/>
          </p:nvPr>
        </p:nvSpPr>
        <p:spPr>
          <a:xfrm>
            <a:off x="3884613" y="8685213"/>
            <a:ext cx="2971800" cy="458788"/>
          </a:xfrm>
          <a:prstGeom prst="rect"/>
        </p:spPr>
        <p:txBody>
          <a:bodyPr anchor="b" bIns="45720" lIns="91440" rIns="91440" rtlCol="0" tIns="45720" vert="horz"/>
          <a:lstStyle>
            <a:lvl1pPr algn="r">
              <a:defRPr sz="1200"/>
            </a:lvl1pPr>
          </a:lstStyle>
          <a:p>
            <a:pPr fontAlgn="base"/>
            <a:fld id="{8D4E0FC9-F1F8-4FAE-9988-3BA365CFD46F}" type="slidenum">
              <a:rPr altLang="en-US" lang="zh-CN" noProof="1" strike="noStrike" smtClean="0">
                <a:latin typeface="Calibri" panose="020F0502020204030204" pitchFamily="34" charset="0"/>
                <a:ea typeface="宋体" panose="02010600030101010101" pitchFamily="2" charset="-122"/>
                <a:cs typeface="+mn-cs"/>
              </a:rPr>
            </a:fld>
            <a:endParaRPr altLang="en-US" lang="zh-CN" noProof="1" strike="noStrike"/>
          </a:p>
        </p:txBody>
      </p:sp>
    </p:spTree>
  </p:cSld>
  <p:clrMap accent1="accent1" accent2="accent2" accent3="accent3" accent4="accent4" accent5="accent5" accent6="accent6" bg1="lt1" bg2="lt2" tx1="dk1" tx2="dk2"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4" name=""/>
        <p:cNvGrpSpPr/>
        <p:nvPr/>
      </p:nvGrpSpPr>
      <p:grpSpPr>
        <a:xfrm/>
      </p:grpSpPr>
      <p:sp>
        <p:nvSpPr>
          <p:cNvPr id="1048658"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pPr algn="l" defTabSz="914400" eaLnBrk="1" fontAlgn="auto" hangingPunct="1" indent="0" latinLnBrk="0" lvl="0" marL="0" marR="0" rtl="0">
              <a:lnSpc>
                <a:spcPct val="100000"/>
              </a:lnSpc>
              <a:spcBef>
                <a:spcPts val="0"/>
              </a:spcBef>
              <a:spcAft>
                <a:spcPts val="0"/>
              </a:spcAft>
              <a:buClrTx/>
              <a:buSzTx/>
              <a:buFontTx/>
              <a:buNone/>
            </a:pPr>
            <a:endParaRPr altLang="en-US" baseline="0" b="0" cap="none" sz="1200" i="0" kern="1200" kumimoji="0" lang="zh-CN" noProof="0" normalizeH="0" spc="0" strike="noStrike" u="none">
              <a:ln>
                <a:noFill/>
              </a:ln>
              <a:solidFill>
                <a:schemeClr val="tx1"/>
              </a:solidFill>
              <a:effectLst/>
              <a:uLnTx/>
              <a:uFillTx/>
              <a:latin typeface="+mn-lt"/>
              <a:ea typeface="+mn-ea"/>
              <a:cs typeface="+mn-cs"/>
            </a:endParaRPr>
          </a:p>
        </p:txBody>
      </p:sp>
      <p:sp>
        <p:nvSpPr>
          <p:cNvPr id="1048659" name="日期占位符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pPr algn="r" defTabSz="914400" eaLnBrk="1" fontAlgn="auto" hangingPunct="1" indent="0" latinLnBrk="0" lvl="0" marL="0" marR="0" rtl="0">
              <a:lnSpc>
                <a:spcPct val="100000"/>
              </a:lnSpc>
              <a:spcBef>
                <a:spcPts val="0"/>
              </a:spcBef>
              <a:spcAft>
                <a:spcPts val="0"/>
              </a:spcAft>
              <a:buClrTx/>
              <a:buSzTx/>
              <a:buFontTx/>
              <a:buNone/>
            </a:pPr>
            <a:endParaRPr altLang="en-US" baseline="0" b="0" cap="none" sz="1200" i="0" kern="1200" kumimoji="0" lang="zh-CN" noProof="0" normalizeH="0" spc="0" strike="noStrike" u="none">
              <a:ln>
                <a:noFill/>
              </a:ln>
              <a:solidFill>
                <a:schemeClr val="tx1"/>
              </a:solidFill>
              <a:effectLst/>
              <a:uLnTx/>
              <a:uFillTx/>
              <a:latin typeface="+mn-lt"/>
              <a:ea typeface="+mn-ea"/>
              <a:cs typeface="+mn-cs"/>
            </a:endParaRPr>
          </a:p>
        </p:txBody>
      </p:sp>
      <p:sp>
        <p:nvSpPr>
          <p:cNvPr id="1048660" name="幻灯片图像占位符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pPr algn="l" defTabSz="914400" eaLnBrk="1" fontAlgn="auto" hangingPunct="1" indent="0" latinLnBrk="0" lvl="0" marL="0" marR="0" rtl="0">
              <a:lnSpc>
                <a:spcPct val="100000"/>
              </a:lnSpc>
              <a:spcBef>
                <a:spcPts val="0"/>
              </a:spcBef>
              <a:spcAft>
                <a:spcPts val="0"/>
              </a:spcAft>
              <a:buClrTx/>
              <a:buSzTx/>
              <a:buFontTx/>
              <a:buNone/>
            </a:pPr>
            <a:endParaRPr altLang="en-US" baseline="0" b="0" cap="none" sz="1200" i="0" kern="1200" kumimoji="0" lang="zh-CN" noProof="0" normalizeH="0" spc="0" strike="noStrike" u="none" smtClean="0">
              <a:ln>
                <a:noFill/>
              </a:ln>
              <a:solidFill>
                <a:schemeClr val="tx1"/>
              </a:solidFill>
              <a:effectLst/>
              <a:uLnTx/>
              <a:uFillTx/>
              <a:latin typeface="+mn-lt"/>
              <a:ea typeface="+mn-ea"/>
              <a:cs typeface="+mn-cs"/>
            </a:endParaRPr>
          </a:p>
        </p:txBody>
      </p:sp>
      <p:sp>
        <p:nvSpPr>
          <p:cNvPr id="1048661" name="备注占位符 4"/>
          <p:cNvSpPr>
            <a:spLocks noGrp="1"/>
          </p:cNvSpPr>
          <p:nvPr>
            <p:ph type="body" sz="quarter" idx="3"/>
          </p:nvPr>
        </p:nvSpPr>
        <p:spPr>
          <a:xfrm>
            <a:off x="685800" y="4400550"/>
            <a:ext cx="5486400" cy="3600450"/>
          </a:xfrm>
          <a:prstGeom prst="rect"/>
        </p:spPr>
        <p:txBody>
          <a:bodyPr bIns="45720" lIns="91440" rIns="91440" rtlCol="0" tIns="45720" vert="horz"/>
          <a:p>
            <a:pPr algn="l" defTabSz="914400" eaLnBrk="1" fontAlgn="auto" hangingPunct="1" indent="0" latinLnBrk="0" lvl="0" marL="0" marR="0" rtl="0">
              <a:lnSpc>
                <a:spcPct val="100000"/>
              </a:lnSpc>
              <a:spcBef>
                <a:spcPts val="0"/>
              </a:spcBef>
              <a:spcAft>
                <a:spcPts val="0"/>
              </a:spcAft>
              <a:buClrTx/>
              <a:buSzTx/>
              <a:buFontTx/>
              <a:buNone/>
            </a:pPr>
            <a:r>
              <a:rPr altLang="en-US" baseline="0" b="0" cap="none" sz="1200" i="0" kern="1200" kumimoji="0" lang="zh-CN" noProof="0" normalizeH="0" spc="0" strike="noStrike" u="none" smtClean="0">
                <a:ln>
                  <a:noFill/>
                </a:ln>
                <a:solidFill>
                  <a:schemeClr val="tx1"/>
                </a:solidFill>
                <a:effectLst/>
                <a:uLnTx/>
                <a:uFillTx/>
                <a:latin typeface="+mn-lt"/>
                <a:ea typeface="+mn-ea"/>
                <a:cs typeface="+mn-cs"/>
              </a:rPr>
              <a:t>单击此处编辑母版文本样式</a:t>
            </a:r>
            <a:endParaRPr altLang="en-US" baseline="0" b="0" cap="none" sz="1200" i="0" kern="1200" kumimoji="0" lang="zh-CN" noProof="0" normalizeH="0" spc="0" strike="noStrike" u="none" smtClean="0">
              <a:ln>
                <a:noFill/>
              </a:ln>
              <a:solidFill>
                <a:schemeClr val="tx1"/>
              </a:solidFill>
              <a:effectLst/>
              <a:uLnTx/>
              <a:uFillTx/>
              <a:latin typeface="+mn-lt"/>
              <a:ea typeface="+mn-ea"/>
              <a:cs typeface="+mn-cs"/>
            </a:endParaRPr>
          </a:p>
          <a:p>
            <a:pPr algn="l" defTabSz="914400" eaLnBrk="1" fontAlgn="auto" hangingPunct="1" indent="0" latinLnBrk="0" lvl="1" marL="457200" marR="0" rtl="0">
              <a:lnSpc>
                <a:spcPct val="100000"/>
              </a:lnSpc>
              <a:spcBef>
                <a:spcPts val="0"/>
              </a:spcBef>
              <a:spcAft>
                <a:spcPts val="0"/>
              </a:spcAft>
              <a:buClrTx/>
              <a:buSzTx/>
              <a:buFontTx/>
              <a:buNone/>
            </a:pPr>
            <a:r>
              <a:rPr altLang="en-US" baseline="0" b="0" cap="none" sz="1200" i="0" kern="1200" kumimoji="0" lang="zh-CN" noProof="0" normalizeH="0" spc="0" strike="noStrike" u="none" smtClean="0">
                <a:ln>
                  <a:noFill/>
                </a:ln>
                <a:solidFill>
                  <a:schemeClr val="tx1"/>
                </a:solidFill>
                <a:effectLst/>
                <a:uLnTx/>
                <a:uFillTx/>
                <a:latin typeface="+mn-lt"/>
                <a:ea typeface="+mn-ea"/>
                <a:cs typeface="+mn-cs"/>
              </a:rPr>
              <a:t>第二级</a:t>
            </a:r>
            <a:endParaRPr altLang="en-US" baseline="0" b="0" cap="none" sz="1200" i="0" kern="1200" kumimoji="0" lang="zh-CN" noProof="0" normalizeH="0" spc="0" strike="noStrike" u="none" smtClean="0">
              <a:ln>
                <a:noFill/>
              </a:ln>
              <a:solidFill>
                <a:schemeClr val="tx1"/>
              </a:solidFill>
              <a:effectLst/>
              <a:uLnTx/>
              <a:uFillTx/>
              <a:latin typeface="+mn-lt"/>
              <a:ea typeface="+mn-ea"/>
              <a:cs typeface="+mn-cs"/>
            </a:endParaRPr>
          </a:p>
          <a:p>
            <a:pPr algn="l" defTabSz="914400" eaLnBrk="1" fontAlgn="auto" hangingPunct="1" indent="0" latinLnBrk="0" lvl="2" marL="914400" marR="0" rtl="0">
              <a:lnSpc>
                <a:spcPct val="100000"/>
              </a:lnSpc>
              <a:spcBef>
                <a:spcPts val="0"/>
              </a:spcBef>
              <a:spcAft>
                <a:spcPts val="0"/>
              </a:spcAft>
              <a:buClrTx/>
              <a:buSzTx/>
              <a:buFontTx/>
              <a:buNone/>
            </a:pPr>
            <a:r>
              <a:rPr altLang="en-US" baseline="0" b="0" cap="none" sz="1200" i="0" kern="1200" kumimoji="0" lang="zh-CN" noProof="0" normalizeH="0" spc="0" strike="noStrike" u="none" smtClean="0">
                <a:ln>
                  <a:noFill/>
                </a:ln>
                <a:solidFill>
                  <a:schemeClr val="tx1"/>
                </a:solidFill>
                <a:effectLst/>
                <a:uLnTx/>
                <a:uFillTx/>
                <a:latin typeface="+mn-lt"/>
                <a:ea typeface="+mn-ea"/>
                <a:cs typeface="+mn-cs"/>
              </a:rPr>
              <a:t>第三级</a:t>
            </a:r>
            <a:endParaRPr altLang="en-US" baseline="0" b="0" cap="none" sz="1200" i="0" kern="1200" kumimoji="0" lang="zh-CN" noProof="0" normalizeH="0" spc="0" strike="noStrike" u="none" smtClean="0">
              <a:ln>
                <a:noFill/>
              </a:ln>
              <a:solidFill>
                <a:schemeClr val="tx1"/>
              </a:solidFill>
              <a:effectLst/>
              <a:uLnTx/>
              <a:uFillTx/>
              <a:latin typeface="+mn-lt"/>
              <a:ea typeface="+mn-ea"/>
              <a:cs typeface="+mn-cs"/>
            </a:endParaRPr>
          </a:p>
          <a:p>
            <a:pPr algn="l" defTabSz="914400" eaLnBrk="1" fontAlgn="auto" hangingPunct="1" indent="0" latinLnBrk="0" lvl="3" marL="1371600" marR="0" rtl="0">
              <a:lnSpc>
                <a:spcPct val="100000"/>
              </a:lnSpc>
              <a:spcBef>
                <a:spcPts val="0"/>
              </a:spcBef>
              <a:spcAft>
                <a:spcPts val="0"/>
              </a:spcAft>
              <a:buClrTx/>
              <a:buSzTx/>
              <a:buFontTx/>
              <a:buNone/>
            </a:pPr>
            <a:r>
              <a:rPr altLang="en-US" baseline="0" b="0" cap="none" sz="1200" i="0" kern="1200" kumimoji="0" lang="zh-CN" noProof="0" normalizeH="0" spc="0" strike="noStrike" u="none" smtClean="0">
                <a:ln>
                  <a:noFill/>
                </a:ln>
                <a:solidFill>
                  <a:schemeClr val="tx1"/>
                </a:solidFill>
                <a:effectLst/>
                <a:uLnTx/>
                <a:uFillTx/>
                <a:latin typeface="+mn-lt"/>
                <a:ea typeface="+mn-ea"/>
                <a:cs typeface="+mn-cs"/>
              </a:rPr>
              <a:t>第四级</a:t>
            </a:r>
            <a:endParaRPr altLang="en-US" baseline="0" b="0" cap="none" sz="1200" i="0" kern="1200" kumimoji="0" lang="zh-CN" noProof="0" normalizeH="0" spc="0" strike="noStrike" u="none" smtClean="0">
              <a:ln>
                <a:noFill/>
              </a:ln>
              <a:solidFill>
                <a:schemeClr val="tx1"/>
              </a:solidFill>
              <a:effectLst/>
              <a:uLnTx/>
              <a:uFillTx/>
              <a:latin typeface="+mn-lt"/>
              <a:ea typeface="+mn-ea"/>
              <a:cs typeface="+mn-cs"/>
            </a:endParaRPr>
          </a:p>
          <a:p>
            <a:pPr algn="l" defTabSz="914400" eaLnBrk="1" fontAlgn="auto" hangingPunct="1" indent="0" latinLnBrk="0" lvl="4" marL="1828800" marR="0" rtl="0">
              <a:lnSpc>
                <a:spcPct val="100000"/>
              </a:lnSpc>
              <a:spcBef>
                <a:spcPts val="0"/>
              </a:spcBef>
              <a:spcAft>
                <a:spcPts val="0"/>
              </a:spcAft>
              <a:buClrTx/>
              <a:buSzTx/>
              <a:buFontTx/>
              <a:buNone/>
            </a:pPr>
            <a:r>
              <a:rPr altLang="en-US" baseline="0" b="0" cap="none" sz="1200" i="0" kern="1200" kumimoji="0" lang="zh-CN" noProof="0" normalizeH="0" spc="0" strike="noStrike" u="none" smtClean="0">
                <a:ln>
                  <a:noFill/>
                </a:ln>
                <a:solidFill>
                  <a:schemeClr val="tx1"/>
                </a:solidFill>
                <a:effectLst/>
                <a:uLnTx/>
                <a:uFillTx/>
                <a:latin typeface="+mn-lt"/>
                <a:ea typeface="+mn-ea"/>
                <a:cs typeface="+mn-cs"/>
              </a:rPr>
              <a:t>第五级</a:t>
            </a:r>
            <a:endParaRPr altLang="en-US" baseline="0" b="0" cap="none" sz="1200" i="0" kern="1200" kumimoji="0" lang="zh-CN" noProof="0" normalizeH="0" spc="0" strike="noStrike" u="none" smtClean="0">
              <a:ln>
                <a:noFill/>
              </a:ln>
              <a:solidFill>
                <a:schemeClr val="tx1"/>
              </a:solidFill>
              <a:effectLst/>
              <a:uLnTx/>
              <a:uFillTx/>
              <a:latin typeface="+mn-lt"/>
              <a:ea typeface="+mn-ea"/>
              <a:cs typeface="+mn-cs"/>
            </a:endParaRPr>
          </a:p>
        </p:txBody>
      </p:sp>
      <p:sp>
        <p:nvSpPr>
          <p:cNvPr id="1048662" name="页脚占位符 5"/>
          <p:cNvSpPr>
            <a:spLocks noGrp="1"/>
          </p:cNvSpPr>
          <p:nvPr>
            <p:ph type="ftr" sz="quarter" idx="4"/>
          </p:nvPr>
        </p:nvSpPr>
        <p:spPr>
          <a:xfrm>
            <a:off x="0" y="8685213"/>
            <a:ext cx="2971800" cy="458788"/>
          </a:xfrm>
          <a:prstGeom prst="rect"/>
        </p:spPr>
        <p:txBody>
          <a:bodyPr anchor="b" bIns="45720" lIns="91440" rIns="91440" rtlCol="0" tIns="45720" vert="horz"/>
          <a:lstStyle>
            <a:lvl1pPr algn="l">
              <a:defRPr sz="1200"/>
            </a:lvl1pPr>
          </a:lstStyle>
          <a:p>
            <a:pPr algn="l" defTabSz="914400" eaLnBrk="1" fontAlgn="auto" hangingPunct="1" indent="0" latinLnBrk="0" lvl="0" marL="0" marR="0" rtl="0">
              <a:lnSpc>
                <a:spcPct val="100000"/>
              </a:lnSpc>
              <a:spcBef>
                <a:spcPts val="0"/>
              </a:spcBef>
              <a:spcAft>
                <a:spcPts val="0"/>
              </a:spcAft>
              <a:buClrTx/>
              <a:buSzTx/>
              <a:buFontTx/>
              <a:buNone/>
            </a:pPr>
            <a:endParaRPr altLang="en-US" baseline="0" b="0" cap="none" sz="1200" i="0" kern="1200" kumimoji="0" lang="zh-CN" noProof="0" normalizeH="0" spc="0" strike="noStrike" u="none">
              <a:ln>
                <a:noFill/>
              </a:ln>
              <a:solidFill>
                <a:schemeClr val="tx1"/>
              </a:solidFill>
              <a:effectLst/>
              <a:uLnTx/>
              <a:uFillTx/>
              <a:latin typeface="+mn-lt"/>
              <a:ea typeface="+mn-ea"/>
              <a:cs typeface="+mn-cs"/>
            </a:endParaRPr>
          </a:p>
        </p:txBody>
      </p:sp>
      <p:sp>
        <p:nvSpPr>
          <p:cNvPr id="1048663" name="灯片编号占位符 6"/>
          <p:cNvSpPr>
            <a:spLocks noGrp="1"/>
          </p:cNvSpPr>
          <p:nvPr>
            <p:ph type="sldNum" sz="quarter" idx="5"/>
          </p:nvPr>
        </p:nvSpPr>
        <p:spPr>
          <a:xfrm>
            <a:off x="3884613" y="8685213"/>
            <a:ext cx="2971800" cy="458788"/>
          </a:xfrm>
          <a:prstGeom prst="rect"/>
        </p:spPr>
        <p:txBody>
          <a:bodyPr anchor="b" bIns="45720" lIns="91440" rIns="91440" rtlCol="0" tIns="45720" vert="horz"/>
          <a:lstStyle>
            <a:lvl1pPr algn="r">
              <a:defRPr sz="1200"/>
            </a:lvl1pPr>
          </a:lstStyle>
          <a:p>
            <a:pPr algn="r" defTabSz="914400" eaLnBrk="1" fontAlgn="auto" hangingPunct="1" indent="0" latinLnBrk="0" lvl="0" marL="0" marR="0" rtl="0">
              <a:lnSpc>
                <a:spcPct val="100000"/>
              </a:lnSpc>
              <a:spcBef>
                <a:spcPts val="0"/>
              </a:spcBef>
              <a:spcAft>
                <a:spcPts val="0"/>
              </a:spcAft>
              <a:buClrTx/>
              <a:buSzTx/>
              <a:buFontTx/>
              <a:buNone/>
            </a:pPr>
            <a:fld id="{D795A747-8555-4E19-AB85-A3E1B43E6E4B}" type="slidenum">
              <a:rPr altLang="en-US" baseline="0" b="0" cap="none" sz="1200" i="0" kern="1200" kumimoji="0" lang="zh-CN" noProof="0" normalizeH="0" spc="0" strike="noStrike" u="none" smtClean="0">
                <a:ln>
                  <a:noFill/>
                </a:ln>
                <a:solidFill>
                  <a:schemeClr val="tx1"/>
                </a:solidFill>
                <a:effectLst/>
                <a:uLnTx/>
                <a:uFillTx/>
                <a:latin typeface="+mn-lt"/>
                <a:ea typeface="+mn-ea"/>
                <a:cs typeface="+mn-cs"/>
              </a:rPr>
            </a:fld>
            <a:endParaRPr altLang="en-US" baseline="0" b="0" cap="none" sz="1200" i="0" kern="1200" kumimoji="0" lang="zh-CN" noProof="0" normalizeH="0" spc="0" strike="noStrike" u="none">
              <a:ln>
                <a:noFill/>
              </a:ln>
              <a:solidFill>
                <a:schemeClr val="tx1"/>
              </a:solidFill>
              <a:effectLst/>
              <a:uLnTx/>
              <a:uFillTx/>
              <a:latin typeface="+mn-lt"/>
              <a:ea typeface="+mn-ea"/>
              <a:cs typeface="+mn-cs"/>
            </a:endParaRPr>
          </a:p>
        </p:txBody>
      </p:sp>
    </p:spTree>
  </p:cSld>
  <p:clrMap accent1="accent1" accent2="accent2" accent3="accent3" accent4="accent4" accent5="accent5" accent6="accent6" bg1="lt1" bg2="lt2" tx1="dk1" tx2="dk2" hlink="hlink" folHlink="folHlink"/>
  <p:hf dt="0" ftr="0" hdr="0" sldNum="0"/>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9" name=""/>
        <p:cNvGrpSpPr/>
        <p:nvPr/>
      </p:nvGrpSpPr>
      <p:grpSpPr>
        <a:xfrm/>
      </p:grpSpPr>
      <p:sp>
        <p:nvSpPr>
          <p:cNvPr id="1048590" name="幻灯片图像占位符 1"/>
          <p:cNvSpPr>
            <a:spLocks noChangeAspect="1" noRot="1" noGrp="1" noTextEdit="1"/>
          </p:cNvSpPr>
          <p:nvPr>
            <p:ph type="sldImg"/>
          </p:nvPr>
        </p:nvSpPr>
        <p:spPr>
          <a:ln>
            <a:solidFill>
              <a:srgbClr val="000000"/>
            </a:solidFill>
            <a:miter/>
          </a:ln>
        </p:spPr>
      </p:sp>
      <p:sp>
        <p:nvSpPr>
          <p:cNvPr id="1048591" name="备注占位符 2"/>
          <p:cNvSpPr>
            <a:spLocks noGrp="1"/>
          </p:cNvSpPr>
          <p:nvPr>
            <p:ph type="body"/>
          </p:nvPr>
        </p:nvSpPr>
        <p:spPr>
          <a:noFill/>
          <a:ln>
            <a:noFill/>
          </a:ln>
        </p:spPr>
        <p:txBody>
          <a:bodyPr anchor="t" anchorCtr="0" bIns="45720" lIns="91440" rIns="91440" tIns="45720" wrap="square"/>
          <a:p>
            <a:pPr lvl="0">
              <a:spcBef>
                <a:spcPct val="0"/>
              </a:spcBef>
            </a:pPr>
            <a:endParaRPr altLang="en-US" dirty="0" lang="zh-CN"/>
          </a:p>
        </p:txBody>
      </p:sp>
      <p:sp>
        <p:nvSpPr>
          <p:cNvPr id="1048592" name="灯片编号占位符 3"/>
          <p:cNvSpPr txBox="1">
            <a:spLocks noGrp="1"/>
          </p:cNvSpPr>
          <p:nvPr>
            <p:ph type="sldNum" sz="quarter"/>
          </p:nvPr>
        </p:nvSpPr>
        <p:spPr>
          <a:xfrm>
            <a:off x="3884613" y="8685213"/>
            <a:ext cx="2971800" cy="458787"/>
          </a:xfrm>
          <a:prstGeom prst="rect"/>
          <a:noFill/>
          <a:ln w="9525">
            <a:noFill/>
          </a:ln>
        </p:spPr>
        <p:txBody>
          <a:bodyPr anchor="b" anchorCtr="0" bIns="45720" lIns="91440" rIns="91440" tIns="45720"/>
          <a:p>
            <a:pPr algn="r" indent="0" lvl="0"/>
            <a:fld id="{9A0DB2DC-4C9A-4742-B13C-FB6460FD3503}" type="slidenum">
              <a:rPr altLang="en-US" dirty="0" sz="1200" lang="zh-CN"/>
            </a:fld>
            <a:endParaRPr altLang="en-US" dirty="0" sz="1200" 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标题幻灯片">
    <p:spTree>
      <p:nvGrpSpPr>
        <p:cNvPr id="16" name=""/>
        <p:cNvGrpSpPr/>
        <p:nvPr/>
      </p:nvGrpSpPr>
      <p:grpSpPr>
        <a:xfrm>
          <a:off x="0" y="0"/>
          <a:ext cx="0" cy="0"/>
          <a:chOff x="0" y="0"/>
          <a:chExt cx="0" cy="0"/>
        </a:xfrm>
      </p:grpSpPr>
      <p:sp>
        <p:nvSpPr>
          <p:cNvPr id="1048581" name="标题 1"/>
          <p:cNvSpPr>
            <a:spLocks noGrp="1"/>
          </p:cNvSpPr>
          <p:nvPr>
            <p:ph type="ctrTitle" hasCustomPrompt="1"/>
          </p:nvPr>
        </p:nvSpPr>
        <p:spPr>
          <a:xfrm>
            <a:off x="1524000" y="1122363"/>
            <a:ext cx="9144000" cy="2387600"/>
          </a:xfrm>
        </p:spPr>
        <p:txBody>
          <a:bodyPr anchor="b"/>
          <a:lstStyle>
            <a:lvl1pPr algn="ctr">
              <a:defRPr sz="6000"/>
            </a:lvl1pPr>
          </a:lstStyle>
          <a:p>
            <a:pPr fontAlgn="auto"/>
            <a:r>
              <a:rPr altLang="en-US" lang="zh-CN" noProof="1" strike="noStrike" smtClean="0">
                <a:sym typeface="+mn-ea"/>
              </a:rPr>
              <a:t>Click here to edit the master title style</a:t>
            </a:r>
            <a:endParaRPr altLang="en-US" lang="zh-CN" noProof="1" strike="noStrike"/>
          </a:p>
        </p:txBody>
      </p:sp>
      <p:sp>
        <p:nvSpPr>
          <p:cNvPr id="1048582" name="副标题 2"/>
          <p:cNvSpPr>
            <a:spLocks noGrp="1"/>
          </p:cNvSpPr>
          <p:nvPr>
            <p:ph type="subTitle" idx="1" hasCustomPrompt="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pPr fontAlgn="auto"/>
            <a:r>
              <a:rPr altLang="en-US" lang="zh-CN" noProof="1" strike="noStrike" smtClean="0">
                <a:sym typeface="+mn-ea"/>
              </a:rPr>
              <a:t>Click here to edit the master subtitle style</a:t>
            </a:r>
            <a:endParaRPr altLang="en-US" lang="zh-CN" noProof="1" strike="noStrike"/>
          </a:p>
        </p:txBody>
      </p:sp>
      <p:sp>
        <p:nvSpPr>
          <p:cNvPr id="1048583" name="Date Placeholder 3"/>
          <p:cNvSpPr>
            <a:spLocks noGrp="1"/>
          </p:cNvSpPr>
          <p:nvPr>
            <p:ph type="dt" sz="half" idx="10"/>
          </p:nvPr>
        </p:nvSpPr>
        <p:spPr/>
        <p:txBody>
          <a:bodyPr/>
          <a:p>
            <a:pPr algn="l" defTabSz="914400" eaLnBrk="1" fontAlgn="auto" hangingPunct="1" indent="0" latinLnBrk="0" lvl="0" marL="0" marR="0" rtl="0">
              <a:lnSpc>
                <a:spcPct val="100000"/>
              </a:lnSpc>
              <a:spcBef>
                <a:spcPts val="0"/>
              </a:spcBef>
              <a:spcAft>
                <a:spcPts val="0"/>
              </a:spcAft>
              <a:buClrTx/>
              <a:buSzTx/>
              <a:buFontTx/>
              <a:buNone/>
            </a:pPr>
            <a:endParaRPr altLang="en-US" baseline="0" b="0" cap="none" sz="1200" i="0" kern="1200" kumimoji="0" lang="zh-CN" noProof="0" normalizeH="0" spc="0" strike="noStrike" u="none">
              <a:ln>
                <a:noFill/>
              </a:ln>
              <a:solidFill>
                <a:schemeClr val="tx1">
                  <a:tint val="75000"/>
                </a:schemeClr>
              </a:solidFill>
              <a:effectLst/>
              <a:uLnTx/>
              <a:uFillTx/>
              <a:latin typeface="+mn-lt"/>
              <a:ea typeface="+mn-ea"/>
              <a:cs typeface="+mn-cs"/>
            </a:endParaRPr>
          </a:p>
        </p:txBody>
      </p:sp>
      <p:sp>
        <p:nvSpPr>
          <p:cNvPr id="1048584" name="Footer Placeholder 4"/>
          <p:cNvSpPr>
            <a:spLocks noGrp="1"/>
          </p:cNvSpPr>
          <p:nvPr>
            <p:ph type="ftr" sz="quarter" idx="11"/>
          </p:nvPr>
        </p:nvSpPr>
        <p:spPr/>
        <p:txBody>
          <a:bodyPr/>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200" i="0" kern="1200" kumimoji="0" lang="zh-CN" noProof="0" normalizeH="0" spc="0" strike="noStrike" u="none">
              <a:ln>
                <a:noFill/>
              </a:ln>
              <a:solidFill>
                <a:schemeClr val="tx1">
                  <a:tint val="75000"/>
                </a:schemeClr>
              </a:solidFill>
              <a:effectLst/>
              <a:uLnTx/>
              <a:uFillTx/>
              <a:latin typeface="+mn-lt"/>
              <a:ea typeface="+mn-ea"/>
              <a:cs typeface="+mn-cs"/>
            </a:endParaRPr>
          </a:p>
        </p:txBody>
      </p:sp>
      <p:sp>
        <p:nvSpPr>
          <p:cNvPr id="1048585" name="Slide Number Placeholder 5"/>
          <p:cNvSpPr>
            <a:spLocks noGrp="1"/>
          </p:cNvSpPr>
          <p:nvPr>
            <p:ph type="sldNum" sz="quarter" idx="12"/>
          </p:nvPr>
        </p:nvSpPr>
        <p:spPr/>
        <p:txBody>
          <a:bodyPr/>
          <a:p>
            <a:pPr algn="r" defTabSz="914400" eaLnBrk="1" fontAlgn="auto" hangingPunct="1" indent="0" latinLnBrk="0" lvl="0" marL="0" marR="0" rtl="0">
              <a:lnSpc>
                <a:spcPct val="100000"/>
              </a:lnSpc>
              <a:spcBef>
                <a:spcPts val="0"/>
              </a:spcBef>
              <a:spcAft>
                <a:spcPts val="0"/>
              </a:spcAft>
              <a:buClrTx/>
              <a:buSzTx/>
              <a:buFontTx/>
              <a:buNone/>
            </a:pPr>
            <a:fld id="{113C529C-DDB8-49AC-A154-90DB020AC329}" type="slidenum">
              <a:rPr altLang="en-US" baseline="0" b="0" cap="none" sz="1200" i="0" kern="1200" kumimoji="0" lang="zh-CN" noProof="0" normalizeH="0" spc="0" strike="noStrike" u="none" smtClean="0">
                <a:ln>
                  <a:noFill/>
                </a:ln>
                <a:solidFill>
                  <a:schemeClr val="tx1">
                    <a:tint val="75000"/>
                  </a:schemeClr>
                </a:solidFill>
                <a:effectLst/>
                <a:uLnTx/>
                <a:uFillTx/>
                <a:latin typeface="+mn-lt"/>
                <a:ea typeface="+mn-ea"/>
                <a:cs typeface="+mn-cs"/>
              </a:rPr>
            </a:fld>
            <a:endParaRPr altLang="en-US" baseline="0" b="0" cap="none" sz="1200" i="0" kern="1200" kumimoji="0" lang="zh-CN" noProof="0" normalizeH="0" spc="0" strike="noStrike" u="none">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spTree>
      <p:nvGrpSpPr>
        <p:cNvPr id="27" name=""/>
        <p:cNvGrpSpPr/>
        <p:nvPr/>
      </p:nvGrpSpPr>
      <p:grpSpPr>
        <a:xfrm>
          <a:off x="0" y="0"/>
          <a:ext cx="0" cy="0"/>
          <a:chOff x="0" y="0"/>
          <a:chExt cx="0" cy="0"/>
        </a:xfrm>
      </p:grpSpPr>
      <p:sp>
        <p:nvSpPr>
          <p:cNvPr id="1048593" name="标题 1"/>
          <p:cNvSpPr>
            <a:spLocks noGrp="1"/>
          </p:cNvSpPr>
          <p:nvPr>
            <p:ph type="title" hasCustomPrompt="1"/>
          </p:nvPr>
        </p:nvSpPr>
        <p:spPr/>
        <p:txBody>
          <a:bodyPr/>
          <a:p>
            <a:pPr fontAlgn="auto"/>
            <a:r>
              <a:rPr altLang="en-US" lang="zh-CN" noProof="1" strike="noStrike" smtClean="0">
                <a:sym typeface="+mn-ea"/>
              </a:rPr>
              <a:t>Click here to edit the master title style</a:t>
            </a:r>
            <a:endParaRPr altLang="en-US" lang="zh-CN" noProof="1" strike="noStrike"/>
          </a:p>
        </p:txBody>
      </p:sp>
      <p:sp>
        <p:nvSpPr>
          <p:cNvPr id="1048594" name="内容占位符 2"/>
          <p:cNvSpPr>
            <a:spLocks noGrp="1"/>
          </p:cNvSpPr>
          <p:nvPr>
            <p:ph idx="1" hasCustomPrompt="1"/>
          </p:nvPr>
        </p:nvSpPr>
        <p:spPr/>
        <p:txBody>
          <a:bodyPr/>
          <a:p>
            <a:pPr fontAlgn="auto" lvl="1"/>
            <a:r>
              <a:rPr altLang="en-US" dirty="0" sz="2800" lang="zh-CN" noProof="1" strike="noStrike">
                <a:sym typeface="+mn-ea"/>
              </a:rPr>
              <a:t>Click here to edit the master text style</a:t>
            </a:r>
            <a:endParaRPr altLang="en-US" dirty="0" sz="2800" lang="zh-CN" noProof="1" strike="noStrike"/>
          </a:p>
          <a:p>
            <a:pPr fontAlgn="auto" lvl="1"/>
            <a:r>
              <a:rPr altLang="en-US" dirty="0" sz="2800" lang="zh-CN" noProof="1" strike="noStrike">
                <a:sym typeface="+mn-ea"/>
              </a:rPr>
              <a:t>The second level</a:t>
            </a:r>
            <a:endParaRPr altLang="en-US" dirty="0" sz="2800" lang="zh-CN" noProof="1" strike="noStrike"/>
          </a:p>
          <a:p>
            <a:pPr fontAlgn="auto" lvl="2"/>
            <a:r>
              <a:rPr altLang="en-US" dirty="0" sz="2800" lang="zh-CN" noProof="1" strike="noStrike">
                <a:sym typeface="+mn-ea"/>
              </a:rPr>
              <a:t>The third level</a:t>
            </a:r>
            <a:endParaRPr altLang="en-US" dirty="0" sz="2800" lang="zh-CN" noProof="1" strike="noStrike"/>
          </a:p>
          <a:p>
            <a:pPr fontAlgn="auto" lvl="3"/>
            <a:r>
              <a:rPr altLang="en-US" dirty="0" sz="2800" lang="zh-CN" noProof="1" strike="noStrike">
                <a:sym typeface="+mn-ea"/>
              </a:rPr>
              <a:t>The fourth level</a:t>
            </a:r>
            <a:endParaRPr altLang="en-US" dirty="0" sz="2800" lang="zh-CN" noProof="1" strike="noStrike"/>
          </a:p>
          <a:p>
            <a:pPr fontAlgn="auto" lvl="4"/>
            <a:r>
              <a:rPr altLang="en-US" dirty="0" sz="2800" lang="zh-CN" noProof="1" strike="noStrike">
                <a:sym typeface="+mn-ea"/>
              </a:rPr>
              <a:t>Fifth level</a:t>
            </a:r>
            <a:endParaRPr altLang="en-US" lang="zh-CN" noProof="1" strike="noStrike"/>
          </a:p>
        </p:txBody>
      </p:sp>
      <p:sp>
        <p:nvSpPr>
          <p:cNvPr id="1048595" name="Date Placeholder 3"/>
          <p:cNvSpPr>
            <a:spLocks noGrp="1"/>
          </p:cNvSpPr>
          <p:nvPr>
            <p:ph type="dt" sz="half" idx="10"/>
          </p:nvPr>
        </p:nvSpPr>
        <p:spPr/>
        <p:txBody>
          <a:bodyPr/>
          <a:p>
            <a:pPr algn="l" defTabSz="914400" eaLnBrk="1" fontAlgn="auto" hangingPunct="1" indent="0" latinLnBrk="0" lvl="0" marL="0" marR="0" rtl="0">
              <a:lnSpc>
                <a:spcPct val="100000"/>
              </a:lnSpc>
              <a:spcBef>
                <a:spcPts val="0"/>
              </a:spcBef>
              <a:spcAft>
                <a:spcPts val="0"/>
              </a:spcAft>
              <a:buClrTx/>
              <a:buSzTx/>
              <a:buFontTx/>
              <a:buNone/>
            </a:pPr>
            <a:endParaRPr altLang="en-US" baseline="0" b="0" cap="none" sz="1200" i="0" kern="1200" kumimoji="0" lang="zh-CN" noProof="0" normalizeH="0" spc="0" strike="noStrike" u="none">
              <a:ln>
                <a:noFill/>
              </a:ln>
              <a:solidFill>
                <a:schemeClr val="tx1">
                  <a:tint val="75000"/>
                </a:schemeClr>
              </a:solidFill>
              <a:effectLst/>
              <a:uLnTx/>
              <a:uFillTx/>
              <a:latin typeface="+mn-lt"/>
              <a:ea typeface="+mn-ea"/>
              <a:cs typeface="+mn-cs"/>
            </a:endParaRPr>
          </a:p>
        </p:txBody>
      </p:sp>
      <p:sp>
        <p:nvSpPr>
          <p:cNvPr id="1048596" name="Footer Placeholder 4"/>
          <p:cNvSpPr>
            <a:spLocks noGrp="1"/>
          </p:cNvSpPr>
          <p:nvPr>
            <p:ph type="ftr" sz="quarter" idx="11"/>
          </p:nvPr>
        </p:nvSpPr>
        <p:spPr/>
        <p:txBody>
          <a:bodyPr/>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200" i="0" kern="1200" kumimoji="0" lang="zh-CN" noProof="0" normalizeH="0" spc="0" strike="noStrike" u="none">
              <a:ln>
                <a:noFill/>
              </a:ln>
              <a:solidFill>
                <a:schemeClr val="tx1">
                  <a:tint val="75000"/>
                </a:schemeClr>
              </a:solidFill>
              <a:effectLst/>
              <a:uLnTx/>
              <a:uFillTx/>
              <a:latin typeface="+mn-lt"/>
              <a:ea typeface="+mn-ea"/>
              <a:cs typeface="+mn-cs"/>
            </a:endParaRPr>
          </a:p>
        </p:txBody>
      </p:sp>
      <p:sp>
        <p:nvSpPr>
          <p:cNvPr id="1048597" name="Slide Number Placeholder 5"/>
          <p:cNvSpPr>
            <a:spLocks noGrp="1"/>
          </p:cNvSpPr>
          <p:nvPr>
            <p:ph type="sldNum" sz="quarter" idx="12"/>
          </p:nvPr>
        </p:nvSpPr>
        <p:spPr/>
        <p:txBody>
          <a:bodyPr/>
          <a:p>
            <a:pPr algn="r" defTabSz="914400" eaLnBrk="1" fontAlgn="auto" hangingPunct="1" indent="0" latinLnBrk="0" lvl="0" marL="0" marR="0" rtl="0">
              <a:lnSpc>
                <a:spcPct val="100000"/>
              </a:lnSpc>
              <a:spcBef>
                <a:spcPts val="0"/>
              </a:spcBef>
              <a:spcAft>
                <a:spcPts val="0"/>
              </a:spcAft>
              <a:buClrTx/>
              <a:buSzTx/>
              <a:buFontTx/>
              <a:buNone/>
            </a:pPr>
            <a:fld id="{113C529C-DDB8-49AC-A154-90DB020AC329}" type="slidenum">
              <a:rPr altLang="en-US" baseline="0" b="0" cap="none" sz="1200" i="0" kern="1200" kumimoji="0" lang="zh-CN" noProof="0" normalizeH="0" spc="0" strike="noStrike" u="none" smtClean="0">
                <a:ln>
                  <a:noFill/>
                </a:ln>
                <a:solidFill>
                  <a:schemeClr val="tx1">
                    <a:tint val="75000"/>
                  </a:schemeClr>
                </a:solidFill>
                <a:effectLst/>
                <a:uLnTx/>
                <a:uFillTx/>
                <a:latin typeface="+mn-lt"/>
                <a:ea typeface="+mn-ea"/>
                <a:cs typeface="+mn-cs"/>
              </a:rPr>
            </a:fld>
            <a:endParaRPr altLang="en-US" baseline="0" b="0" cap="none" sz="1200" i="0" kern="1200" kumimoji="0" lang="zh-CN" noProof="0" normalizeH="0" spc="0" strike="noStrike" u="none">
              <a:ln>
                <a:noFill/>
              </a:ln>
              <a:solidFill>
                <a:schemeClr val="tx1">
                  <a:tint val="75000"/>
                </a:schemeClr>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0302F"/>
        </a:solidFill>
        <a:effectLst/>
      </p:bgPr>
    </p:bg>
    <p:spTree>
      <p:nvGrpSpPr>
        <p:cNvPr id="13" name=""/>
        <p:cNvGrpSpPr/>
        <p:nvPr/>
      </p:nvGrpSpPr>
      <p:grpSpPr>
        <a:xfrm/>
      </p:grpSpPr>
      <p:sp>
        <p:nvSpPr>
          <p:cNvPr id="1048576" name="标题占位符 1"/>
          <p:cNvSpPr>
            <a:spLocks noGrp="1"/>
          </p:cNvSpPr>
          <p:nvPr>
            <p:ph type="title"/>
          </p:nvPr>
        </p:nvSpPr>
        <p:spPr>
          <a:xfrm>
            <a:off x="838200" y="365125"/>
            <a:ext cx="10515600" cy="1325563"/>
          </a:xfrm>
          <a:prstGeom prst="rect"/>
          <a:noFill/>
          <a:ln w="9525">
            <a:noFill/>
          </a:ln>
        </p:spPr>
        <p:txBody>
          <a:bodyPr anchor="ctr" anchorCtr="0"/>
          <a:p>
            <a:pPr lvl="0"/>
            <a:r>
              <a:rPr altLang="en-US" lang="zh-CN"/>
              <a:t>Click here to edit the master title style</a:t>
            </a:r>
            <a:endParaRPr altLang="en-US" dirty="0" lang="zh-CN"/>
          </a:p>
        </p:txBody>
      </p:sp>
      <p:sp>
        <p:nvSpPr>
          <p:cNvPr id="1048577" name="文本占位符 2"/>
          <p:cNvSpPr>
            <a:spLocks noGrp="1"/>
          </p:cNvSpPr>
          <p:nvPr>
            <p:ph type="body"/>
          </p:nvPr>
        </p:nvSpPr>
        <p:spPr>
          <a:xfrm>
            <a:off x="838200" y="1825625"/>
            <a:ext cx="10515600" cy="4351338"/>
          </a:xfrm>
          <a:prstGeom prst="rect"/>
          <a:noFill/>
          <a:ln w="9525">
            <a:noFill/>
          </a:ln>
        </p:spPr>
        <p:txBody>
          <a:bodyPr anchor="t" anchorCtr="0"/>
          <a:p>
            <a:pPr indent="-228600" lvl="1"/>
            <a:r>
              <a:rPr altLang="en-US" dirty="0" lang="zh-CN"/>
              <a:t>Click here to edit the master text style</a:t>
            </a:r>
            <a:endParaRPr altLang="en-US" dirty="0" lang="zh-CN"/>
          </a:p>
          <a:p>
            <a:pPr indent="-228600" lvl="1"/>
            <a:r>
              <a:rPr altLang="en-US" dirty="0" lang="zh-CN"/>
              <a:t>The second level</a:t>
            </a:r>
            <a:endParaRPr altLang="en-US" dirty="0" lang="zh-CN"/>
          </a:p>
          <a:p>
            <a:pPr indent="-228600" lvl="2"/>
            <a:r>
              <a:rPr altLang="en-US" dirty="0" lang="zh-CN"/>
              <a:t>The third level</a:t>
            </a:r>
            <a:endParaRPr altLang="en-US" dirty="0" lang="zh-CN"/>
          </a:p>
          <a:p>
            <a:pPr indent="-228600" lvl="3"/>
            <a:r>
              <a:rPr altLang="en-US" dirty="0" lang="zh-CN"/>
              <a:t>The fourth level</a:t>
            </a:r>
            <a:endParaRPr altLang="en-US" dirty="0" lang="zh-CN"/>
          </a:p>
          <a:p>
            <a:pPr indent="-228600" lvl="4"/>
            <a:r>
              <a:rPr altLang="en-US" dirty="0" lang="zh-CN"/>
              <a:t>Fifth level</a:t>
            </a:r>
            <a:endParaRPr altLang="en-US" dirty="0" lang="zh-CN"/>
          </a:p>
        </p:txBody>
      </p:sp>
      <p:sp>
        <p:nvSpPr>
          <p:cNvPr id="1048578" name="日期占位符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pPr algn="l" defTabSz="914400" eaLnBrk="1" fontAlgn="auto" hangingPunct="1" indent="0" latinLnBrk="0" lvl="0" marL="0" marR="0" rtl="0">
              <a:lnSpc>
                <a:spcPct val="100000"/>
              </a:lnSpc>
              <a:spcBef>
                <a:spcPts val="0"/>
              </a:spcBef>
              <a:spcAft>
                <a:spcPts val="0"/>
              </a:spcAft>
              <a:buClrTx/>
              <a:buSzTx/>
              <a:buFontTx/>
              <a:buNone/>
            </a:pPr>
            <a:endParaRPr altLang="en-US" baseline="0" b="0" cap="none" sz="1200" i="0" kern="1200" kumimoji="0" lang="zh-CN" noProof="0" normalizeH="0" spc="0" strike="noStrike" u="none">
              <a:ln>
                <a:noFill/>
              </a:ln>
              <a:solidFill>
                <a:schemeClr val="tx1">
                  <a:tint val="75000"/>
                </a:schemeClr>
              </a:solidFill>
              <a:effectLst/>
              <a:uLnTx/>
              <a:uFillTx/>
              <a:latin typeface="+mn-lt"/>
              <a:ea typeface="+mn-ea"/>
              <a:cs typeface="+mn-cs"/>
            </a:endParaRPr>
          </a:p>
        </p:txBody>
      </p:sp>
      <p:sp>
        <p:nvSpPr>
          <p:cNvPr id="1048579" name="页脚占位符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200" i="0" kern="1200" kumimoji="0" lang="zh-CN" noProof="0" normalizeH="0" spc="0" strike="noStrike" u="none">
              <a:ln>
                <a:noFill/>
              </a:ln>
              <a:solidFill>
                <a:schemeClr val="tx1">
                  <a:tint val="75000"/>
                </a:schemeClr>
              </a:solidFill>
              <a:effectLst/>
              <a:uLnTx/>
              <a:uFillTx/>
              <a:latin typeface="+mn-lt"/>
              <a:ea typeface="+mn-ea"/>
              <a:cs typeface="+mn-cs"/>
            </a:endParaRPr>
          </a:p>
        </p:txBody>
      </p:sp>
      <p:sp>
        <p:nvSpPr>
          <p:cNvPr id="1048580" name="灯片编号占位符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pPr algn="r" defTabSz="914400" eaLnBrk="1" fontAlgn="auto" hangingPunct="1" indent="0" latinLnBrk="0" lvl="0" marL="0" marR="0" rtl="0">
              <a:lnSpc>
                <a:spcPct val="100000"/>
              </a:lnSpc>
              <a:spcBef>
                <a:spcPts val="0"/>
              </a:spcBef>
              <a:spcAft>
                <a:spcPts val="0"/>
              </a:spcAft>
              <a:buClrTx/>
              <a:buSzTx/>
              <a:buFontTx/>
              <a:buNone/>
            </a:pPr>
            <a:fld id="{113C529C-DDB8-49AC-A154-90DB020AC329}" type="slidenum">
              <a:rPr altLang="en-US" baseline="0" b="0" cap="none" sz="1200" i="0" kern="1200" kumimoji="0" lang="zh-CN" noProof="0" normalizeH="0" spc="0" strike="noStrike" u="none" smtClean="0">
                <a:ln>
                  <a:noFill/>
                </a:ln>
                <a:solidFill>
                  <a:schemeClr val="tx1">
                    <a:tint val="75000"/>
                  </a:schemeClr>
                </a:solidFill>
                <a:effectLst/>
                <a:uLnTx/>
                <a:uFillTx/>
                <a:latin typeface="+mn-lt"/>
                <a:ea typeface="+mn-ea"/>
                <a:cs typeface="+mn-cs"/>
              </a:rPr>
            </a:fld>
            <a:endParaRPr altLang="en-US" baseline="0" b="0" cap="none" sz="1200" i="0" kern="1200" kumimoji="0" lang="zh-CN" noProof="0" normalizeH="0" spc="0" strike="noStrike" u="none">
              <a:ln>
                <a:noFill/>
              </a:ln>
              <a:solidFill>
                <a:schemeClr val="tx1">
                  <a:tint val="75000"/>
                </a:schemeClr>
              </a:solidFill>
              <a:effectLst/>
              <a:uLnTx/>
              <a:uFillTx/>
              <a:latin typeface="+mn-lt"/>
              <a:ea typeface="+mn-ea"/>
              <a:cs typeface="+mn-cs"/>
            </a:endParaRPr>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Lst>
  <p:hf dt="0" ftr="0" hdr="0" sldNum="0"/>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7" name=""/>
        <p:cNvGrpSpPr/>
        <p:nvPr/>
      </p:nvGrpSpPr>
      <p:grpSpPr>
        <a:xfrm/>
      </p:grpSpPr>
      <p:sp>
        <p:nvSpPr>
          <p:cNvPr id="1048586" name="矩形 4"/>
          <p:cNvSpPr/>
          <p:nvPr/>
        </p:nvSpPr>
        <p:spPr>
          <a:xfrm>
            <a:off x="0" y="6419850"/>
            <a:ext cx="12192000" cy="438150"/>
          </a:xfrm>
          <a:prstGeom prst="rect"/>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587" name="文本框 7"/>
          <p:cNvSpPr txBox="1"/>
          <p:nvPr/>
        </p:nvSpPr>
        <p:spPr>
          <a:xfrm>
            <a:off x="8639107" y="4735608"/>
            <a:ext cx="3082925" cy="400050"/>
          </a:xfrm>
          <a:prstGeom prst="rect"/>
          <a:noFill/>
          <a:ln w="9525">
            <a:noFill/>
          </a:ln>
        </p:spPr>
        <p:txBody>
          <a:bodyPr anchor="t" anchorCtr="0">
            <a:spAutoFit/>
          </a:bodyPr>
          <a:p>
            <a:pPr algn="dist"/>
            <a:r>
              <a:rPr altLang="en-GB" dirty="0" sz="2000" lang="en-US">
                <a:solidFill>
                  <a:schemeClr val="bg1"/>
                </a:solidFill>
                <a:latin typeface="Arial" panose="020B0604020202020204" pitchFamily="34" charset="0"/>
                <a:ea typeface="宋体" panose="02010600030101010101" pitchFamily="2" charset="-122"/>
              </a:rPr>
              <a:t>M</a:t>
            </a:r>
            <a:r>
              <a:rPr altLang="en-GB" dirty="0" sz="2000" lang="en-US">
                <a:solidFill>
                  <a:schemeClr val="bg1"/>
                </a:solidFill>
                <a:latin typeface="Arial" panose="020B0604020202020204" pitchFamily="34" charset="0"/>
                <a:ea typeface="宋体" panose="02010600030101010101" pitchFamily="2" charset="-122"/>
              </a:rPr>
              <a:t>r</a:t>
            </a:r>
            <a:r>
              <a:rPr altLang="en-GB" dirty="0" sz="2000" lang="en-US">
                <a:solidFill>
                  <a:schemeClr val="bg1"/>
                </a:solidFill>
                <a:latin typeface="Arial" panose="020B0604020202020204" pitchFamily="34" charset="0"/>
                <a:ea typeface="宋体" panose="02010600030101010101" pitchFamily="2" charset="-122"/>
              </a:rPr>
              <a:t>.</a:t>
            </a:r>
            <a:r>
              <a:rPr altLang="en-GB" dirty="0" sz="2000" lang="en-US">
                <a:solidFill>
                  <a:schemeClr val="bg1"/>
                </a:solidFill>
                <a:latin typeface="Arial" panose="020B0604020202020204" pitchFamily="34" charset="0"/>
                <a:ea typeface="宋体" panose="02010600030101010101" pitchFamily="2" charset="-122"/>
              </a:rPr>
              <a:t>K</a:t>
            </a:r>
            <a:r>
              <a:rPr altLang="en-GB" dirty="0" sz="2000" lang="en-US">
                <a:solidFill>
                  <a:schemeClr val="bg1"/>
                </a:solidFill>
                <a:latin typeface="Arial" panose="020B0604020202020204" pitchFamily="34" charset="0"/>
                <a:ea typeface="宋体" panose="02010600030101010101" pitchFamily="2" charset="-122"/>
              </a:rPr>
              <a:t>r</a:t>
            </a:r>
            <a:r>
              <a:rPr altLang="en-GB" dirty="0" sz="2000" lang="en-US">
                <a:solidFill>
                  <a:schemeClr val="bg1"/>
                </a:solidFill>
                <a:latin typeface="Arial" panose="020B0604020202020204" pitchFamily="34" charset="0"/>
                <a:ea typeface="宋体" panose="02010600030101010101" pitchFamily="2" charset="-122"/>
              </a:rPr>
              <a:t>i</a:t>
            </a:r>
            <a:r>
              <a:rPr altLang="en-GB" dirty="0" sz="2000" lang="en-US">
                <a:solidFill>
                  <a:schemeClr val="bg1"/>
                </a:solidFill>
                <a:latin typeface="Arial" panose="020B0604020202020204" pitchFamily="34" charset="0"/>
                <a:ea typeface="宋体" panose="02010600030101010101" pitchFamily="2" charset="-122"/>
              </a:rPr>
              <a:t>s</a:t>
            </a:r>
            <a:r>
              <a:rPr altLang="en-GB" dirty="0" sz="2000" lang="en-US">
                <a:solidFill>
                  <a:schemeClr val="bg1"/>
                </a:solidFill>
                <a:latin typeface="Arial" panose="020B0604020202020204" pitchFamily="34" charset="0"/>
                <a:ea typeface="宋体" panose="02010600030101010101" pitchFamily="2" charset="-122"/>
              </a:rPr>
              <a:t>h</a:t>
            </a:r>
            <a:r>
              <a:rPr altLang="en-GB" dirty="0" sz="2000" lang="en-US">
                <a:solidFill>
                  <a:schemeClr val="bg1"/>
                </a:solidFill>
                <a:latin typeface="Arial" panose="020B0604020202020204" pitchFamily="34" charset="0"/>
                <a:ea typeface="宋体" panose="02010600030101010101" pitchFamily="2" charset="-122"/>
              </a:rPr>
              <a:t> </a:t>
            </a:r>
            <a:r>
              <a:rPr altLang="en-GB" dirty="0" sz="2000" lang="en-US">
                <a:solidFill>
                  <a:schemeClr val="bg1"/>
                </a:solidFill>
                <a:latin typeface="Arial" panose="020B0604020202020204" pitchFamily="34" charset="0"/>
                <a:ea typeface="宋体" panose="02010600030101010101" pitchFamily="2" charset="-122"/>
              </a:rPr>
              <a:t>U</a:t>
            </a:r>
            <a:r>
              <a:rPr altLang="en-GB" dirty="0" sz="2000" lang="en-US">
                <a:solidFill>
                  <a:schemeClr val="bg1"/>
                </a:solidFill>
                <a:latin typeface="Arial" panose="020B0604020202020204" pitchFamily="34" charset="0"/>
                <a:ea typeface="宋体" panose="02010600030101010101" pitchFamily="2" charset="-122"/>
              </a:rPr>
              <a:t>j</a:t>
            </a:r>
            <a:r>
              <a:rPr altLang="en-GB" dirty="0" sz="2000" lang="en-US">
                <a:solidFill>
                  <a:schemeClr val="bg1"/>
                </a:solidFill>
                <a:latin typeface="Arial" panose="020B0604020202020204" pitchFamily="34" charset="0"/>
                <a:ea typeface="宋体" panose="02010600030101010101" pitchFamily="2" charset="-122"/>
              </a:rPr>
              <a:t>e</a:t>
            </a:r>
            <a:r>
              <a:rPr altLang="en-GB" dirty="0" sz="2000" lang="en-US">
                <a:solidFill>
                  <a:schemeClr val="bg1"/>
                </a:solidFill>
                <a:latin typeface="Arial" panose="020B0604020202020204" pitchFamily="34" charset="0"/>
                <a:ea typeface="宋体" panose="02010600030101010101" pitchFamily="2" charset="-122"/>
              </a:rPr>
              <a:t>n</a:t>
            </a:r>
            <a:r>
              <a:rPr altLang="en-GB" dirty="0" sz="2000" lang="en-US">
                <a:solidFill>
                  <a:schemeClr val="bg1"/>
                </a:solidFill>
                <a:latin typeface="Arial" panose="020B0604020202020204" pitchFamily="34" charset="0"/>
                <a:ea typeface="宋体" panose="02010600030101010101" pitchFamily="2" charset="-122"/>
              </a:rPr>
              <a:t>i</a:t>
            </a:r>
            <a:r>
              <a:rPr altLang="en-GB" dirty="0" sz="2000" lang="en-US">
                <a:solidFill>
                  <a:schemeClr val="bg1"/>
                </a:solidFill>
                <a:latin typeface="Arial" panose="020B0604020202020204" pitchFamily="34" charset="0"/>
                <a:ea typeface="宋体" panose="02010600030101010101" pitchFamily="2" charset="-122"/>
              </a:rPr>
              <a:t>y</a:t>
            </a:r>
            <a:r>
              <a:rPr altLang="en-GB" dirty="0" sz="2000" lang="en-US">
                <a:solidFill>
                  <a:schemeClr val="bg1"/>
                </a:solidFill>
                <a:latin typeface="Arial" panose="020B0604020202020204" pitchFamily="34" charset="0"/>
                <a:ea typeface="宋体" panose="02010600030101010101" pitchFamily="2" charset="-122"/>
              </a:rPr>
              <a:t>a</a:t>
            </a:r>
            <a:endParaRPr altLang="en-US" dirty="0" sz="2000" lang="zh-CN">
              <a:solidFill>
                <a:schemeClr val="bg1"/>
              </a:solidFill>
              <a:latin typeface="Arial" panose="020B0604020202020204" pitchFamily="34" charset="0"/>
              <a:ea typeface="Arial" panose="020B0604020202020204" pitchFamily="34" charset="0"/>
            </a:endParaRPr>
          </a:p>
        </p:txBody>
      </p:sp>
      <p:sp>
        <p:nvSpPr>
          <p:cNvPr id="1048588" name="文本框 4"/>
          <p:cNvSpPr txBox="1"/>
          <p:nvPr/>
        </p:nvSpPr>
        <p:spPr>
          <a:xfrm>
            <a:off x="3509963" y="2673350"/>
            <a:ext cx="5504180" cy="993140"/>
          </a:xfrm>
          <a:prstGeom prst="rect"/>
          <a:noFill/>
          <a:ln w="9525">
            <a:noFill/>
          </a:ln>
        </p:spPr>
        <p:txBody>
          <a:bodyPr anchor="t" anchorCtr="0" wrap="none">
            <a:spAutoFit/>
          </a:bodyPr>
          <a:p>
            <a:r>
              <a:rPr altLang="en-GB" b="1" dirty="0" sz="6000" lang="en-US">
                <a:solidFill>
                  <a:schemeClr val="bg1"/>
                </a:solidFill>
                <a:latin typeface="Arial" panose="020B0604020202020204" pitchFamily="34" charset="0"/>
                <a:ea typeface="宋体" panose="02010600030101010101" pitchFamily="2" charset="-122"/>
              </a:rPr>
              <a:t>S</a:t>
            </a:r>
            <a:r>
              <a:rPr altLang="en-GB" b="1" dirty="0" sz="6000" lang="en-US">
                <a:solidFill>
                  <a:schemeClr val="bg1"/>
                </a:solidFill>
                <a:latin typeface="Arial" panose="020B0604020202020204" pitchFamily="34" charset="0"/>
                <a:ea typeface="宋体" panose="02010600030101010101" pitchFamily="2" charset="-122"/>
              </a:rPr>
              <a:t>w</a:t>
            </a:r>
            <a:r>
              <a:rPr altLang="en-GB" b="1" dirty="0" sz="6000" lang="en-US">
                <a:solidFill>
                  <a:schemeClr val="bg1"/>
                </a:solidFill>
                <a:latin typeface="Arial" panose="020B0604020202020204" pitchFamily="34" charset="0"/>
                <a:ea typeface="宋体" panose="02010600030101010101" pitchFamily="2" charset="-122"/>
              </a:rPr>
              <a:t>a</a:t>
            </a:r>
            <a:r>
              <a:rPr altLang="en-GB" b="1" dirty="0" sz="6000" lang="en-US">
                <a:solidFill>
                  <a:schemeClr val="bg1"/>
                </a:solidFill>
                <a:latin typeface="Arial" panose="020B0604020202020204" pitchFamily="34" charset="0"/>
                <a:ea typeface="宋体" panose="02010600030101010101" pitchFamily="2" charset="-122"/>
              </a:rPr>
              <a:t>p</a:t>
            </a:r>
            <a:r>
              <a:rPr altLang="en-GB" b="1" dirty="0" sz="6000" lang="en-US">
                <a:solidFill>
                  <a:schemeClr val="bg1"/>
                </a:solidFill>
                <a:latin typeface="Arial" panose="020B0604020202020204" pitchFamily="34" charset="0"/>
                <a:ea typeface="宋体" panose="02010600030101010101" pitchFamily="2" charset="-122"/>
              </a:rPr>
              <a:t>p</a:t>
            </a:r>
            <a:r>
              <a:rPr altLang="en-GB" b="1" dirty="0" sz="6000" lang="en-US">
                <a:solidFill>
                  <a:schemeClr val="bg1"/>
                </a:solidFill>
                <a:latin typeface="Arial" panose="020B0604020202020204" pitchFamily="34" charset="0"/>
                <a:ea typeface="宋体" panose="02010600030101010101" pitchFamily="2" charset="-122"/>
              </a:rPr>
              <a:t>ing</a:t>
            </a:r>
            <a:r>
              <a:rPr altLang="en-GB" b="1" dirty="0" sz="6000" lang="en-US">
                <a:solidFill>
                  <a:schemeClr val="bg1"/>
                </a:solidFill>
                <a:latin typeface="Arial" panose="020B0604020202020204" pitchFamily="34" charset="0"/>
                <a:ea typeface="宋体" panose="02010600030101010101" pitchFamily="2" charset="-122"/>
              </a:rPr>
              <a:t> </a:t>
            </a:r>
            <a:r>
              <a:rPr altLang="en-GB" b="1" dirty="0" sz="6000" lang="en-US">
                <a:solidFill>
                  <a:schemeClr val="bg1"/>
                </a:solidFill>
                <a:latin typeface="Arial" panose="020B0604020202020204" pitchFamily="34" charset="0"/>
                <a:ea typeface="宋体" panose="02010600030101010101" pitchFamily="2" charset="-122"/>
              </a:rPr>
              <a:t>in </a:t>
            </a:r>
            <a:r>
              <a:rPr altLang="en-GB" b="1" dirty="0" sz="6000" lang="en-US">
                <a:solidFill>
                  <a:schemeClr val="bg1"/>
                </a:solidFill>
                <a:latin typeface="Arial" panose="020B0604020202020204" pitchFamily="34" charset="0"/>
                <a:ea typeface="宋体" panose="02010600030101010101" pitchFamily="2" charset="-122"/>
              </a:rPr>
              <a:t>O</a:t>
            </a:r>
            <a:r>
              <a:rPr altLang="en-GB" b="1" dirty="0" sz="6000" lang="en-US">
                <a:solidFill>
                  <a:schemeClr val="bg1"/>
                </a:solidFill>
                <a:latin typeface="Arial" panose="020B0604020202020204" pitchFamily="34" charset="0"/>
                <a:ea typeface="宋体" panose="02010600030101010101" pitchFamily="2" charset="-122"/>
              </a:rPr>
              <a:t>S</a:t>
            </a:r>
            <a:endParaRPr altLang="zh-CN" b="1" dirty="0" sz="6000" lang="en-US">
              <a:solidFill>
                <a:schemeClr val="bg1"/>
              </a:solidFill>
              <a:latin typeface="Arial" panose="020B0604020202020204" pitchFamily="34" charset="0"/>
              <a:ea typeface="宋体" panose="02010600030101010101" pitchFamily="2" charset="-122"/>
            </a:endParaRPr>
          </a:p>
        </p:txBody>
      </p:sp>
      <p:sp>
        <p:nvSpPr>
          <p:cNvPr id="1048589" name=""/>
          <p:cNvSpPr txBox="1"/>
          <p:nvPr/>
        </p:nvSpPr>
        <p:spPr>
          <a:xfrm>
            <a:off x="8639106" y="5135658"/>
            <a:ext cx="4000000" cy="701040"/>
          </a:xfrm>
          <a:prstGeom prst="rect"/>
        </p:spPr>
        <p:txBody>
          <a:bodyPr rtlCol="0" wrap="square">
            <a:spAutoFit/>
          </a:bodyPr>
          <a:p>
            <a:r>
              <a:rPr altLang="en-GB" sz="2000" lang="en-US">
                <a:solidFill>
                  <a:srgbClr val="FFFFFF"/>
                </a:solidFill>
              </a:rPr>
              <a:t>2</a:t>
            </a:r>
            <a:r>
              <a:rPr altLang="en-GB" sz="2000" lang="en-US">
                <a:solidFill>
                  <a:srgbClr val="FFFFFF"/>
                </a:solidFill>
              </a:rPr>
              <a:t>16120316028</a:t>
            </a:r>
            <a:endParaRPr sz="2800" lang="en-GB">
              <a:solidFill>
                <a:srgbClr val="000000"/>
              </a:solidFill>
            </a:endParaRPr>
          </a:p>
          <a:p>
            <a:r>
              <a:rPr altLang="en-GB" sz="2000" lang="en-US">
                <a:solidFill>
                  <a:srgbClr val="FFFFFF"/>
                </a:solidFill>
              </a:rPr>
              <a:t>G</a:t>
            </a:r>
            <a:r>
              <a:rPr altLang="en-GB" sz="2000" lang="en-US">
                <a:solidFill>
                  <a:srgbClr val="FFFFFF"/>
                </a:solidFill>
              </a:rPr>
              <a:t>u</a:t>
            </a:r>
            <a:r>
              <a:rPr altLang="en-GB" sz="2000" lang="en-US">
                <a:solidFill>
                  <a:srgbClr val="FFFFFF"/>
                </a:solidFill>
              </a:rPr>
              <a:t>i</a:t>
            </a:r>
            <a:r>
              <a:rPr altLang="en-GB" sz="2000" lang="en-US">
                <a:solidFill>
                  <a:srgbClr val="FFFFFF"/>
                </a:solidFill>
              </a:rPr>
              <a:t>d</a:t>
            </a:r>
            <a:r>
              <a:rPr altLang="en-GB" sz="2000" lang="en-US">
                <a:solidFill>
                  <a:srgbClr val="FFFFFF"/>
                </a:solidFill>
              </a:rPr>
              <a:t>e</a:t>
            </a:r>
            <a:r>
              <a:rPr altLang="en-GB" sz="2000" lang="en-US">
                <a:solidFill>
                  <a:srgbClr val="FFFFFF"/>
                </a:solidFill>
              </a:rPr>
              <a:t>d</a:t>
            </a:r>
            <a:r>
              <a:rPr altLang="en-GB" sz="2000" lang="en-US">
                <a:solidFill>
                  <a:srgbClr val="FFFFFF"/>
                </a:solidFill>
              </a:rPr>
              <a:t> </a:t>
            </a:r>
            <a:r>
              <a:rPr altLang="en-GB" sz="2000" lang="en-US">
                <a:solidFill>
                  <a:srgbClr val="FFFFFF"/>
                </a:solidFill>
              </a:rPr>
              <a:t>b</a:t>
            </a:r>
            <a:r>
              <a:rPr altLang="en-GB" sz="2000" lang="en-US">
                <a:solidFill>
                  <a:srgbClr val="FFFFFF"/>
                </a:solidFill>
              </a:rPr>
              <a:t>y</a:t>
            </a:r>
            <a:r>
              <a:rPr altLang="en-GB" sz="2000" lang="en-US">
                <a:solidFill>
                  <a:srgbClr val="FFFFFF"/>
                </a:solidFill>
              </a:rPr>
              <a:t> </a:t>
            </a:r>
            <a:r>
              <a:rPr altLang="en-GB" sz="2000" lang="en-US">
                <a:solidFill>
                  <a:srgbClr val="FFFFFF"/>
                </a:solidFill>
              </a:rPr>
              <a:t>-</a:t>
            </a:r>
            <a:r>
              <a:rPr altLang="en-GB" sz="2000" lang="en-US">
                <a:solidFill>
                  <a:srgbClr val="FFFFFF"/>
                </a:solidFill>
              </a:rPr>
              <a:t> </a:t>
            </a:r>
            <a:r>
              <a:rPr altLang="en-GB" sz="2000" lang="en-US">
                <a:solidFill>
                  <a:srgbClr val="FFFFFF"/>
                </a:solidFill>
              </a:rPr>
              <a:t>M</a:t>
            </a:r>
            <a:r>
              <a:rPr altLang="en-GB" sz="2000" lang="en-US">
                <a:solidFill>
                  <a:srgbClr val="FFFFFF"/>
                </a:solidFill>
              </a:rPr>
              <a:t>r</a:t>
            </a:r>
            <a:r>
              <a:rPr altLang="en-GB" sz="2000" lang="en-US">
                <a:solidFill>
                  <a:srgbClr val="FFFFFF"/>
                </a:solidFill>
              </a:rPr>
              <a:t>.</a:t>
            </a:r>
            <a:r>
              <a:rPr altLang="en-GB" sz="2000" lang="en-US">
                <a:solidFill>
                  <a:srgbClr val="FFFFFF"/>
                </a:solidFill>
              </a:rPr>
              <a:t> </a:t>
            </a:r>
            <a:r>
              <a:rPr altLang="en-GB" sz="2000" lang="en-US">
                <a:solidFill>
                  <a:srgbClr val="FFFFFF"/>
                </a:solidFill>
              </a:rPr>
              <a:t>U</a:t>
            </a:r>
            <a:r>
              <a:rPr altLang="en-GB" sz="2000" lang="en-US">
                <a:solidFill>
                  <a:srgbClr val="FFFFFF"/>
                </a:solidFill>
              </a:rPr>
              <a:t>m</a:t>
            </a:r>
            <a:r>
              <a:rPr altLang="en-GB" sz="2000" lang="en-US">
                <a:solidFill>
                  <a:srgbClr val="FFFFFF"/>
                </a:solidFill>
              </a:rPr>
              <a:t>a</a:t>
            </a:r>
            <a:r>
              <a:rPr altLang="en-GB" sz="2000" lang="en-US">
                <a:solidFill>
                  <a:srgbClr val="FFFFFF"/>
                </a:solidFill>
              </a:rPr>
              <a:t>n</a:t>
            </a:r>
            <a:r>
              <a:rPr altLang="en-GB" sz="2000" lang="en-US">
                <a:solidFill>
                  <a:srgbClr val="FFFFFF"/>
                </a:solidFill>
              </a:rPr>
              <a:t>g</a:t>
            </a:r>
            <a:r>
              <a:rPr altLang="en-GB" sz="2000" lang="en-US">
                <a:solidFill>
                  <a:srgbClr val="FFFFFF"/>
                </a:solidFill>
              </a:rPr>
              <a:t> </a:t>
            </a:r>
            <a:r>
              <a:rPr altLang="en-GB" sz="2000" lang="en-US">
                <a:solidFill>
                  <a:srgbClr val="FFFFFF"/>
                </a:solidFill>
              </a:rPr>
              <a:t>S</a:t>
            </a:r>
            <a:r>
              <a:rPr altLang="en-GB" sz="2000" lang="en-US">
                <a:solidFill>
                  <a:srgbClr val="FFFFFF"/>
                </a:solidFill>
              </a:rPr>
              <a:t>h</a:t>
            </a:r>
            <a:r>
              <a:rPr altLang="en-GB" sz="2000" lang="en-US">
                <a:solidFill>
                  <a:srgbClr val="FFFFFF"/>
                </a:solidFill>
              </a:rPr>
              <a:t>u</a:t>
            </a:r>
            <a:r>
              <a:rPr altLang="en-GB" sz="2000" lang="en-US">
                <a:solidFill>
                  <a:srgbClr val="FFFFFF"/>
                </a:solidFill>
              </a:rPr>
              <a:t>k</a:t>
            </a:r>
            <a:r>
              <a:rPr altLang="en-GB" sz="2000" lang="en-US">
                <a:solidFill>
                  <a:srgbClr val="FFFFFF"/>
                </a:solidFill>
              </a:rPr>
              <a:t>l</a:t>
            </a:r>
            <a:r>
              <a:rPr altLang="en-GB" sz="2000" lang="en-US">
                <a:solidFill>
                  <a:srgbClr val="FFFFFF"/>
                </a:solidFill>
              </a:rPr>
              <a:t>a</a:t>
            </a:r>
            <a:endParaRPr sz="2800" lang="en-GB">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p:grpSpPr>
      <p:sp>
        <p:nvSpPr>
          <p:cNvPr id="1048598" name="矩形 3"/>
          <p:cNvSpPr/>
          <p:nvPr/>
        </p:nvSpPr>
        <p:spPr>
          <a:xfrm>
            <a:off x="0" y="1935163"/>
            <a:ext cx="768350" cy="2895600"/>
          </a:xfrm>
          <a:prstGeom prst="rect"/>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599" name="矩形 5"/>
          <p:cNvSpPr/>
          <p:nvPr/>
        </p:nvSpPr>
        <p:spPr>
          <a:xfrm>
            <a:off x="11423650" y="1935163"/>
            <a:ext cx="768350" cy="2895600"/>
          </a:xfrm>
          <a:prstGeom prst="rect"/>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00" name="矩形 9"/>
          <p:cNvSpPr/>
          <p:nvPr/>
        </p:nvSpPr>
        <p:spPr>
          <a:xfrm>
            <a:off x="2265363" y="2351088"/>
            <a:ext cx="1311275" cy="1311275"/>
          </a:xfrm>
          <a:prstGeom prst="rect"/>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01" name="矩形 10"/>
          <p:cNvSpPr/>
          <p:nvPr/>
        </p:nvSpPr>
        <p:spPr>
          <a:xfrm>
            <a:off x="4464050" y="2351088"/>
            <a:ext cx="1312863" cy="1311275"/>
          </a:xfrm>
          <a:prstGeom prst="rect"/>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02" name="矩形 11"/>
          <p:cNvSpPr/>
          <p:nvPr/>
        </p:nvSpPr>
        <p:spPr>
          <a:xfrm>
            <a:off x="6657975" y="2351088"/>
            <a:ext cx="1311275" cy="1311275"/>
          </a:xfrm>
          <a:prstGeom prst="rect"/>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03" name="矩形 12"/>
          <p:cNvSpPr/>
          <p:nvPr/>
        </p:nvSpPr>
        <p:spPr>
          <a:xfrm>
            <a:off x="8850313" y="2351088"/>
            <a:ext cx="1312863" cy="1311275"/>
          </a:xfrm>
          <a:prstGeom prst="rect"/>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04" name="矩形 14"/>
          <p:cNvSpPr/>
          <p:nvPr/>
        </p:nvSpPr>
        <p:spPr>
          <a:xfrm>
            <a:off x="2365375" y="2447925"/>
            <a:ext cx="1119188" cy="1119188"/>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r>
              <a:rPr altLang="zh-CN" baseline="0" b="1" cap="none" dirty="0" sz="8800" i="0" kern="1200" kumimoji="0" lang="en-US" noProof="0" normalizeH="0" spc="0" strike="noStrike" u="none" smtClean="0">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rPr>
              <a:t>1</a:t>
            </a:r>
            <a:endParaRPr altLang="en-US" baseline="0" b="1" cap="none" dirty="0" sz="8800" i="0" kern="1200" kumimoji="0" lang="zh-CN" noProof="0" normalizeH="0" spc="0" strike="noStrike" u="none">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endParaRPr>
          </a:p>
        </p:txBody>
      </p:sp>
      <p:sp>
        <p:nvSpPr>
          <p:cNvPr id="1048605" name="矩形 18"/>
          <p:cNvSpPr/>
          <p:nvPr/>
        </p:nvSpPr>
        <p:spPr>
          <a:xfrm>
            <a:off x="4560888" y="2447925"/>
            <a:ext cx="1119188" cy="11176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r>
              <a:rPr altLang="zh-CN" baseline="0" b="1" cap="none" dirty="0" sz="8800" i="0" kern="1200" kumimoji="0" lang="en-US" noProof="0" normalizeH="0" spc="0" strike="noStrike" u="none" smtClean="0">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rPr>
              <a:t>2</a:t>
            </a:r>
            <a:endParaRPr altLang="en-US" baseline="0" b="1" cap="none" dirty="0" sz="8800" i="0" kern="1200" kumimoji="0" lang="zh-CN" noProof="0" normalizeH="0" spc="0" strike="noStrike" u="none">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endParaRPr>
          </a:p>
        </p:txBody>
      </p:sp>
      <p:sp>
        <p:nvSpPr>
          <p:cNvPr id="1048606" name="矩形 19"/>
          <p:cNvSpPr/>
          <p:nvPr/>
        </p:nvSpPr>
        <p:spPr>
          <a:xfrm>
            <a:off x="6754813" y="2447925"/>
            <a:ext cx="1117600" cy="11176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r>
              <a:rPr altLang="zh-CN" baseline="0" b="1" cap="none" dirty="0" sz="8800" i="0" kern="1200" kumimoji="0" lang="en-US" noProof="0" normalizeH="0" spc="0" strike="noStrike" u="none" smtClean="0">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rPr>
              <a:t>3</a:t>
            </a:r>
            <a:endParaRPr altLang="en-US" baseline="0" b="1" cap="none" dirty="0" sz="8800" i="0" kern="1200" kumimoji="0" lang="zh-CN" noProof="0" normalizeH="0" spc="0" strike="noStrike" u="none">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endParaRPr>
          </a:p>
        </p:txBody>
      </p:sp>
      <p:sp>
        <p:nvSpPr>
          <p:cNvPr id="1048607" name="矩形 20"/>
          <p:cNvSpPr/>
          <p:nvPr/>
        </p:nvSpPr>
        <p:spPr>
          <a:xfrm>
            <a:off x="8947150" y="2447925"/>
            <a:ext cx="1119188" cy="11176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r>
              <a:rPr altLang="zh-CN" baseline="0" b="1" cap="none" dirty="0" sz="8800" i="0" kern="1200" kumimoji="0" lang="en-US" noProof="0" normalizeH="0" spc="0" strike="noStrike" u="none" smtClean="0">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rPr>
              <a:t>4</a:t>
            </a:r>
            <a:endParaRPr altLang="en-US" baseline="0" b="1" cap="none" dirty="0" sz="8800" i="0" kern="1200" kumimoji="0" lang="zh-CN" noProof="0" normalizeH="0" spc="0" strike="noStrike" u="none">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endParaRPr>
          </a:p>
        </p:txBody>
      </p:sp>
      <p:sp>
        <p:nvSpPr>
          <p:cNvPr id="1048608" name="文本框 21"/>
          <p:cNvSpPr txBox="1"/>
          <p:nvPr/>
        </p:nvSpPr>
        <p:spPr>
          <a:xfrm>
            <a:off x="1731009" y="3760788"/>
            <a:ext cx="2379980" cy="574039"/>
          </a:xfrm>
          <a:prstGeom prst="rect"/>
          <a:noFill/>
          <a:ln w="9525">
            <a:noFill/>
          </a:ln>
        </p:spPr>
        <p:txBody>
          <a:bodyPr anchor="t" anchorCtr="0" wrap="none">
            <a:spAutoFit/>
          </a:bodyPr>
          <a:p>
            <a:r>
              <a:rPr altLang="en-GB" b="1" dirty="0" sz="3200" lang="en-US">
                <a:solidFill>
                  <a:schemeClr val="bg1"/>
                </a:solidFill>
                <a:latin typeface="Arial" panose="020B0604020202020204" pitchFamily="34" charset="0"/>
                <a:ea typeface="宋体" panose="02010600030101010101" pitchFamily="2" charset="-122"/>
              </a:rPr>
              <a:t>I</a:t>
            </a:r>
            <a:r>
              <a:rPr altLang="en-GB" b="1" dirty="0" sz="3200" lang="en-US">
                <a:solidFill>
                  <a:schemeClr val="bg1"/>
                </a:solidFill>
                <a:latin typeface="Arial" panose="020B0604020202020204" pitchFamily="34" charset="0"/>
                <a:ea typeface="宋体" panose="02010600030101010101" pitchFamily="2" charset="-122"/>
              </a:rPr>
              <a:t>n</a:t>
            </a:r>
            <a:r>
              <a:rPr altLang="en-GB" b="1" dirty="0" sz="3200" lang="en-US">
                <a:solidFill>
                  <a:schemeClr val="bg1"/>
                </a:solidFill>
                <a:latin typeface="Arial" panose="020B0604020202020204" pitchFamily="34" charset="0"/>
                <a:ea typeface="宋体" panose="02010600030101010101" pitchFamily="2" charset="-122"/>
              </a:rPr>
              <a:t>t</a:t>
            </a:r>
            <a:r>
              <a:rPr altLang="en-GB" b="1" dirty="0" sz="3200" lang="en-US">
                <a:solidFill>
                  <a:schemeClr val="bg1"/>
                </a:solidFill>
                <a:latin typeface="Arial" panose="020B0604020202020204" pitchFamily="34" charset="0"/>
                <a:ea typeface="宋体" panose="02010600030101010101" pitchFamily="2" charset="-122"/>
              </a:rPr>
              <a:t>r</a:t>
            </a:r>
            <a:r>
              <a:rPr altLang="en-GB" b="1" dirty="0" sz="3200" lang="en-US">
                <a:solidFill>
                  <a:schemeClr val="bg1"/>
                </a:solidFill>
                <a:latin typeface="Arial" panose="020B0604020202020204" pitchFamily="34" charset="0"/>
                <a:ea typeface="宋体" panose="02010600030101010101" pitchFamily="2" charset="-122"/>
              </a:rPr>
              <a:t>o</a:t>
            </a:r>
            <a:r>
              <a:rPr altLang="en-GB" b="1" dirty="0" sz="3200" lang="en-US">
                <a:solidFill>
                  <a:schemeClr val="bg1"/>
                </a:solidFill>
                <a:latin typeface="Arial" panose="020B0604020202020204" pitchFamily="34" charset="0"/>
                <a:ea typeface="宋体" panose="02010600030101010101" pitchFamily="2" charset="-122"/>
              </a:rPr>
              <a:t>d</a:t>
            </a:r>
            <a:r>
              <a:rPr altLang="en-GB" b="1" dirty="0" sz="3200" lang="en-US">
                <a:solidFill>
                  <a:schemeClr val="bg1"/>
                </a:solidFill>
                <a:latin typeface="Arial" panose="020B0604020202020204" pitchFamily="34" charset="0"/>
                <a:ea typeface="宋体" panose="02010600030101010101" pitchFamily="2" charset="-122"/>
              </a:rPr>
              <a:t>uction</a:t>
            </a:r>
            <a:endParaRPr altLang="en-US" b="1" dirty="0" sz="3200" lang="zh-CN">
              <a:solidFill>
                <a:schemeClr val="bg1"/>
              </a:solidFill>
              <a:latin typeface="Arial" panose="020B0604020202020204" pitchFamily="34" charset="0"/>
              <a:ea typeface="Arial" panose="020B0604020202020204" pitchFamily="34" charset="0"/>
            </a:endParaRPr>
          </a:p>
        </p:txBody>
      </p:sp>
      <p:sp>
        <p:nvSpPr>
          <p:cNvPr id="1048609" name="文本框 22"/>
          <p:cNvSpPr txBox="1"/>
          <p:nvPr/>
        </p:nvSpPr>
        <p:spPr>
          <a:xfrm>
            <a:off x="4110196" y="3760788"/>
            <a:ext cx="2265680" cy="574039"/>
          </a:xfrm>
          <a:prstGeom prst="rect"/>
          <a:noFill/>
          <a:ln w="9525">
            <a:noFill/>
          </a:ln>
        </p:spPr>
        <p:txBody>
          <a:bodyPr anchor="t" anchorCtr="0" wrap="none">
            <a:spAutoFit/>
          </a:bodyPr>
          <a:p>
            <a:r>
              <a:rPr altLang="en-GB" b="1" dirty="0" sz="3200" lang="en-US">
                <a:solidFill>
                  <a:schemeClr val="bg1"/>
                </a:solidFill>
                <a:latin typeface="Arial" panose="020B0604020202020204" pitchFamily="34" charset="0"/>
                <a:ea typeface="宋体" panose="02010600030101010101" pitchFamily="2" charset="-122"/>
              </a:rPr>
              <a:t>Importance</a:t>
            </a:r>
            <a:endParaRPr altLang="en-US" b="1" dirty="0" sz="3200" lang="zh-CN">
              <a:solidFill>
                <a:schemeClr val="bg1"/>
              </a:solidFill>
              <a:latin typeface="Arial" panose="020B0604020202020204" pitchFamily="34" charset="0"/>
              <a:ea typeface="Arial" panose="020B0604020202020204" pitchFamily="34" charset="0"/>
            </a:endParaRPr>
          </a:p>
        </p:txBody>
      </p:sp>
      <p:sp>
        <p:nvSpPr>
          <p:cNvPr id="1048610" name="文本框 23"/>
          <p:cNvSpPr txBox="1"/>
          <p:nvPr/>
        </p:nvSpPr>
        <p:spPr>
          <a:xfrm>
            <a:off x="6492875" y="3759200"/>
            <a:ext cx="1770380" cy="1539240"/>
          </a:xfrm>
          <a:prstGeom prst="rect"/>
          <a:noFill/>
          <a:ln w="9525">
            <a:noFill/>
          </a:ln>
        </p:spPr>
        <p:txBody>
          <a:bodyPr anchor="t" anchorCtr="0" wrap="none">
            <a:spAutoFit/>
          </a:bodyPr>
          <a:p>
            <a:pPr algn="ctr"/>
            <a:r>
              <a:rPr altLang="en-GB" b="1" dirty="0" sz="3200" lang="en-US">
                <a:solidFill>
                  <a:schemeClr val="bg1"/>
                </a:solidFill>
                <a:latin typeface="Arial" panose="020B0604020202020204" pitchFamily="34" charset="0"/>
                <a:ea typeface="宋体" panose="02010600030101010101" pitchFamily="2" charset="-122"/>
              </a:rPr>
              <a:t>W</a:t>
            </a:r>
            <a:r>
              <a:rPr altLang="en-GB" b="1" dirty="0" sz="3200" lang="en-US">
                <a:solidFill>
                  <a:schemeClr val="bg1"/>
                </a:solidFill>
                <a:latin typeface="Arial" panose="020B0604020202020204" pitchFamily="34" charset="0"/>
                <a:ea typeface="宋体" panose="02010600030101010101" pitchFamily="2" charset="-122"/>
              </a:rPr>
              <a:t>o</a:t>
            </a:r>
            <a:r>
              <a:rPr altLang="en-GB" b="1" dirty="0" sz="3200" lang="en-US">
                <a:solidFill>
                  <a:schemeClr val="bg1"/>
                </a:solidFill>
                <a:latin typeface="Arial" panose="020B0604020202020204" pitchFamily="34" charset="0"/>
                <a:ea typeface="宋体" panose="02010600030101010101" pitchFamily="2" charset="-122"/>
              </a:rPr>
              <a:t>r</a:t>
            </a:r>
            <a:r>
              <a:rPr altLang="en-GB" b="1" dirty="0" sz="3200" lang="en-US">
                <a:solidFill>
                  <a:schemeClr val="bg1"/>
                </a:solidFill>
                <a:latin typeface="Arial" panose="020B0604020202020204" pitchFamily="34" charset="0"/>
                <a:ea typeface="宋体" panose="02010600030101010101" pitchFamily="2" charset="-122"/>
              </a:rPr>
              <a:t>k</a:t>
            </a:r>
            <a:r>
              <a:rPr altLang="en-GB" b="1" dirty="0" sz="3200" lang="en-US">
                <a:solidFill>
                  <a:schemeClr val="bg1"/>
                </a:solidFill>
                <a:latin typeface="Arial" panose="020B0604020202020204" pitchFamily="34" charset="0"/>
                <a:ea typeface="宋体" panose="02010600030101010101" pitchFamily="2" charset="-122"/>
              </a:rPr>
              <a:t>ing</a:t>
            </a:r>
            <a:r>
              <a:rPr altLang="en-GB" b="1" dirty="0" sz="3200" lang="en-US">
                <a:solidFill>
                  <a:schemeClr val="bg1"/>
                </a:solidFill>
                <a:latin typeface="Arial" panose="020B0604020202020204" pitchFamily="34" charset="0"/>
                <a:ea typeface="宋体" panose="02010600030101010101" pitchFamily="2" charset="-122"/>
              </a:rPr>
              <a:t> </a:t>
            </a:r>
            <a:endParaRPr altLang="en-US" b="1" dirty="0" sz="3200" lang="zh-CN">
              <a:solidFill>
                <a:schemeClr val="bg1"/>
              </a:solidFill>
              <a:latin typeface="Arial" panose="020B0604020202020204" pitchFamily="34" charset="0"/>
              <a:ea typeface="Arial" panose="020B0604020202020204" pitchFamily="34" charset="0"/>
            </a:endParaRPr>
          </a:p>
          <a:p>
            <a:pPr algn="ctr"/>
            <a:r>
              <a:rPr altLang="en-GB" b="1" dirty="0" sz="3200" lang="en-US">
                <a:solidFill>
                  <a:schemeClr val="bg1"/>
                </a:solidFill>
                <a:latin typeface="Arial" panose="020B0604020202020204" pitchFamily="34" charset="0"/>
                <a:ea typeface="宋体" panose="02010600030101010101" pitchFamily="2" charset="-122"/>
              </a:rPr>
              <a:t>i</a:t>
            </a:r>
            <a:r>
              <a:rPr altLang="en-GB" b="1" dirty="0" sz="3200" lang="en-US">
                <a:solidFill>
                  <a:schemeClr val="bg1"/>
                </a:solidFill>
                <a:latin typeface="Arial" panose="020B0604020202020204" pitchFamily="34" charset="0"/>
                <a:ea typeface="宋体" panose="02010600030101010101" pitchFamily="2" charset="-122"/>
              </a:rPr>
              <a:t>n</a:t>
            </a:r>
            <a:r>
              <a:rPr altLang="en-GB" b="1" dirty="0" sz="3200" lang="en-US">
                <a:solidFill>
                  <a:schemeClr val="bg1"/>
                </a:solidFill>
                <a:latin typeface="Arial" panose="020B0604020202020204" pitchFamily="34" charset="0"/>
                <a:ea typeface="宋体" panose="02010600030101010101" pitchFamily="2" charset="-122"/>
              </a:rPr>
              <a:t> </a:t>
            </a:r>
            <a:endParaRPr altLang="en-US" b="1" dirty="0" sz="3200" lang="zh-CN">
              <a:solidFill>
                <a:schemeClr val="bg1"/>
              </a:solidFill>
              <a:latin typeface="Arial" panose="020B0604020202020204" pitchFamily="34" charset="0"/>
              <a:ea typeface="Arial" panose="020B0604020202020204" pitchFamily="34" charset="0"/>
            </a:endParaRPr>
          </a:p>
          <a:p>
            <a:pPr algn="ctr"/>
            <a:r>
              <a:rPr altLang="en-GB" b="1" dirty="0" sz="3200" lang="en-US">
                <a:solidFill>
                  <a:schemeClr val="bg1"/>
                </a:solidFill>
                <a:latin typeface="Arial" panose="020B0604020202020204" pitchFamily="34" charset="0"/>
                <a:ea typeface="宋体" panose="02010600030101010101" pitchFamily="2" charset="-122"/>
              </a:rPr>
              <a:t>O</a:t>
            </a:r>
            <a:r>
              <a:rPr altLang="en-GB" b="1" dirty="0" sz="3200" lang="en-US">
                <a:solidFill>
                  <a:schemeClr val="bg1"/>
                </a:solidFill>
                <a:latin typeface="Arial" panose="020B0604020202020204" pitchFamily="34" charset="0"/>
                <a:ea typeface="宋体" panose="02010600030101010101" pitchFamily="2" charset="-122"/>
              </a:rPr>
              <a:t>S</a:t>
            </a:r>
            <a:endParaRPr altLang="en-US" b="1" dirty="0" sz="3200" lang="zh-CN">
              <a:solidFill>
                <a:schemeClr val="bg1"/>
              </a:solidFill>
              <a:latin typeface="Arial" panose="020B0604020202020204" pitchFamily="34" charset="0"/>
              <a:ea typeface="Arial" panose="020B0604020202020204" pitchFamily="34" charset="0"/>
            </a:endParaRPr>
          </a:p>
        </p:txBody>
      </p:sp>
      <p:sp>
        <p:nvSpPr>
          <p:cNvPr id="1048611" name="文本框 24"/>
          <p:cNvSpPr txBox="1"/>
          <p:nvPr/>
        </p:nvSpPr>
        <p:spPr>
          <a:xfrm>
            <a:off x="8310405" y="3760786"/>
            <a:ext cx="2392680" cy="574040"/>
          </a:xfrm>
          <a:prstGeom prst="rect"/>
          <a:noFill/>
          <a:ln w="9525">
            <a:noFill/>
          </a:ln>
        </p:spPr>
        <p:txBody>
          <a:bodyPr anchor="t" anchorCtr="0" wrap="none">
            <a:spAutoFit/>
          </a:bodyPr>
          <a:p>
            <a:r>
              <a:rPr altLang="en-GB" b="1" dirty="0" sz="3200" lang="en-US">
                <a:solidFill>
                  <a:schemeClr val="bg1"/>
                </a:solidFill>
                <a:latin typeface="Arial" panose="020B0604020202020204" pitchFamily="34" charset="0"/>
                <a:ea typeface="宋体" panose="02010600030101010101" pitchFamily="2" charset="-122"/>
              </a:rPr>
              <a:t>Comparison</a:t>
            </a:r>
            <a:endParaRPr altLang="en-US" b="1" dirty="0" sz="3200" lang="zh-CN">
              <a:solidFill>
                <a:schemeClr val="bg1"/>
              </a:solidFill>
              <a:latin typeface="Arial" panose="020B0604020202020204" pitchFamily="34" charset="0"/>
              <a:ea typeface="Arial" panose="020B0604020202020204" pitchFamily="34" charset="0"/>
            </a:endParaRPr>
          </a:p>
        </p:txBody>
      </p:sp>
      <p:sp>
        <p:nvSpPr>
          <p:cNvPr id="1048612" name=""/>
          <p:cNvSpPr txBox="1"/>
          <p:nvPr/>
        </p:nvSpPr>
        <p:spPr>
          <a:xfrm>
            <a:off x="4754813" y="745849"/>
            <a:ext cx="4000000" cy="993140"/>
          </a:xfrm>
          <a:prstGeom prst="rect"/>
        </p:spPr>
        <p:txBody>
          <a:bodyPr rtlCol="0" wrap="square">
            <a:spAutoFit/>
          </a:bodyPr>
          <a:p>
            <a:r>
              <a:rPr altLang="en-GB" sz="6000" lang="en-US">
                <a:solidFill>
                  <a:srgbClr val="FFFFFF"/>
                </a:solidFill>
              </a:rPr>
              <a:t>Contents</a:t>
            </a:r>
            <a:endParaRPr sz="6000" lang="en-GB">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p:grpSpPr>
      <p:sp>
        <p:nvSpPr>
          <p:cNvPr id="1048613" name="文本框 4"/>
          <p:cNvSpPr txBox="1"/>
          <p:nvPr/>
        </p:nvSpPr>
        <p:spPr>
          <a:xfrm>
            <a:off x="3971925" y="1822450"/>
            <a:ext cx="1605279" cy="3063240"/>
          </a:xfrm>
          <a:prstGeom prst="rect"/>
          <a:noFill/>
          <a:ln w="9525">
            <a:noFill/>
          </a:ln>
        </p:spPr>
        <p:txBody>
          <a:bodyPr anchor="t" anchorCtr="0" wrap="none">
            <a:spAutoFit/>
          </a:bodyPr>
          <a:p>
            <a:r>
              <a:rPr altLang="zh-CN" b="1" dirty="0" sz="19900" lang="en-US">
                <a:solidFill>
                  <a:schemeClr val="bg1"/>
                </a:solidFill>
                <a:latin typeface="Arial" panose="020B0604020202020204" pitchFamily="34" charset="0"/>
                <a:ea typeface="宋体" panose="02010600030101010101" pitchFamily="2" charset="-122"/>
              </a:rPr>
              <a:t>1</a:t>
            </a:r>
            <a:endParaRPr altLang="en-US" b="1" dirty="0" sz="19900" lang="zh-CN">
              <a:solidFill>
                <a:schemeClr val="bg1"/>
              </a:solidFill>
              <a:latin typeface="Arial" panose="020B0604020202020204" pitchFamily="34" charset="0"/>
              <a:ea typeface="Arial" panose="020B0604020202020204" pitchFamily="34" charset="0"/>
            </a:endParaRPr>
          </a:p>
        </p:txBody>
      </p:sp>
      <p:sp>
        <p:nvSpPr>
          <p:cNvPr id="1048614" name="文本框 34"/>
          <p:cNvSpPr txBox="1"/>
          <p:nvPr/>
        </p:nvSpPr>
        <p:spPr>
          <a:xfrm>
            <a:off x="5884863" y="3840163"/>
            <a:ext cx="2379980" cy="574040"/>
          </a:xfrm>
          <a:prstGeom prst="rect"/>
          <a:noFill/>
          <a:ln w="9525">
            <a:noFill/>
          </a:ln>
        </p:spPr>
        <p:txBody>
          <a:bodyPr anchor="t" anchorCtr="0" wrap="none">
            <a:spAutoFit/>
          </a:bodyPr>
          <a:p>
            <a:r>
              <a:rPr altLang="en-GB" dirty="0" sz="3200" lang="en-US">
                <a:solidFill>
                  <a:schemeClr val="bg1"/>
                </a:solidFill>
                <a:latin typeface="Arial" panose="020B0604020202020204" pitchFamily="34" charset="0"/>
                <a:ea typeface="宋体" panose="02010600030101010101" pitchFamily="2" charset="-122"/>
              </a:rPr>
              <a:t>I</a:t>
            </a:r>
            <a:r>
              <a:rPr altLang="en-GB" dirty="0" sz="3200" lang="en-US">
                <a:solidFill>
                  <a:schemeClr val="bg1"/>
                </a:solidFill>
                <a:latin typeface="Arial" panose="020B0604020202020204" pitchFamily="34" charset="0"/>
                <a:ea typeface="宋体" panose="02010600030101010101" pitchFamily="2" charset="-122"/>
              </a:rPr>
              <a:t>n</a:t>
            </a:r>
            <a:r>
              <a:rPr altLang="en-GB" dirty="0" sz="3200" lang="en-US">
                <a:solidFill>
                  <a:schemeClr val="bg1"/>
                </a:solidFill>
                <a:latin typeface="Arial" panose="020B0604020202020204" pitchFamily="34" charset="0"/>
                <a:ea typeface="宋体" panose="02010600030101010101" pitchFamily="2" charset="-122"/>
              </a:rPr>
              <a:t>t</a:t>
            </a:r>
            <a:r>
              <a:rPr altLang="en-GB" dirty="0" sz="3200" lang="en-US">
                <a:solidFill>
                  <a:schemeClr val="bg1"/>
                </a:solidFill>
                <a:latin typeface="Arial" panose="020B0604020202020204" pitchFamily="34" charset="0"/>
                <a:ea typeface="宋体" panose="02010600030101010101" pitchFamily="2" charset="-122"/>
              </a:rPr>
              <a:t>r</a:t>
            </a:r>
            <a:r>
              <a:rPr altLang="en-GB" dirty="0" sz="3200" lang="en-US">
                <a:solidFill>
                  <a:schemeClr val="bg1"/>
                </a:solidFill>
                <a:latin typeface="Arial" panose="020B0604020202020204" pitchFamily="34" charset="0"/>
                <a:ea typeface="宋体" panose="02010600030101010101" pitchFamily="2" charset="-122"/>
              </a:rPr>
              <a:t>o</a:t>
            </a:r>
            <a:r>
              <a:rPr altLang="en-GB" dirty="0" sz="3200" lang="en-US">
                <a:solidFill>
                  <a:schemeClr val="bg1"/>
                </a:solidFill>
                <a:latin typeface="Arial" panose="020B0604020202020204" pitchFamily="34" charset="0"/>
                <a:ea typeface="宋体" panose="02010600030101010101" pitchFamily="2" charset="-122"/>
              </a:rPr>
              <a:t>duction</a:t>
            </a:r>
            <a:endParaRPr altLang="en-US" dirty="0" sz="3200" lang="zh-CN">
              <a:solidFill>
                <a:schemeClr val="bg1"/>
              </a:solidFill>
              <a:latin typeface="Arial" panose="020B0604020202020204" pitchFamily="34" charset="0"/>
              <a:ea typeface="Arial" panose="020B0604020202020204" pitchFamily="34" charset="0"/>
            </a:endParaRPr>
          </a:p>
        </p:txBody>
      </p:sp>
      <p:sp>
        <p:nvSpPr>
          <p:cNvPr id="1048615" name="等腰三角形 7"/>
          <p:cNvSpPr/>
          <p:nvPr/>
        </p:nvSpPr>
        <p:spPr>
          <a:xfrm rot="10800000">
            <a:off x="7002463" y="0"/>
            <a:ext cx="3008313" cy="2593975"/>
          </a:xfrm>
          <a:prstGeom prst="triangle"/>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16" name="等腰三角形 37"/>
          <p:cNvSpPr/>
          <p:nvPr/>
        </p:nvSpPr>
        <p:spPr>
          <a:xfrm>
            <a:off x="1452563" y="4264025"/>
            <a:ext cx="3008313" cy="2593975"/>
          </a:xfrm>
          <a:prstGeom prst="triangle"/>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17" name="直角三角形 13"/>
          <p:cNvSpPr/>
          <p:nvPr/>
        </p:nvSpPr>
        <p:spPr>
          <a:xfrm rot="10800000" flipH="1">
            <a:off x="8499475" y="-9525"/>
            <a:ext cx="1511300" cy="2603500"/>
          </a:xfrm>
          <a:prstGeom prst="rtTriangle"/>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18" name="直角三角形 39"/>
          <p:cNvSpPr/>
          <p:nvPr/>
        </p:nvSpPr>
        <p:spPr>
          <a:xfrm flipH="1">
            <a:off x="1446213" y="4241800"/>
            <a:ext cx="1512888" cy="2601913"/>
          </a:xfrm>
          <a:prstGeom prst="rtTriangle"/>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619" name=""/>
          <p:cNvSpPr>
            <a:spLocks noGrp="1"/>
          </p:cNvSpPr>
          <p:nvPr>
            <p:ph idx="1" hasCustomPrompt="1"/>
          </p:nvPr>
        </p:nvSpPr>
        <p:spPr>
          <a:xfrm>
            <a:off x="838200" y="1253330"/>
            <a:ext cx="10515600" cy="4351338"/>
          </a:xfrm>
        </p:spPr>
        <p:txBody>
          <a:bodyPr/>
          <a:p>
            <a:pPr indent="-457200" marL="457200">
              <a:buFont typeface="Wingdings" charset="2"/>
              <a:buChar char="¡"/>
            </a:pPr>
            <a:r>
              <a:rPr sz="2800" lang="en-GB">
                <a:solidFill>
                  <a:srgbClr val="FFFFFF"/>
                </a:solidFill>
              </a:rPr>
              <a:t>Swapping is a simple memory or process management method used by the operating system (O.S). </a:t>
            </a:r>
            <a:endParaRPr sz="2800" lang="en-GB">
              <a:solidFill>
                <a:srgbClr val="FFFFFF"/>
              </a:solidFill>
            </a:endParaRPr>
          </a:p>
          <a:p>
            <a:pPr indent="-457200" marL="457200">
              <a:buFont typeface="Wingdings" charset="2"/>
              <a:buChar char="¡"/>
            </a:pPr>
            <a:endParaRPr sz="2800" lang="en-GB">
              <a:solidFill>
                <a:srgbClr val="FFFFFF"/>
              </a:solidFill>
            </a:endParaRPr>
          </a:p>
          <a:p>
            <a:pPr indent="-457200" marL="457200">
              <a:buFont typeface="Wingdings" charset="2"/>
              <a:buChar char="¡"/>
            </a:pPr>
            <a:r>
              <a:rPr sz="2800" lang="en-GB">
                <a:solidFill>
                  <a:srgbClr val="FFFFFF"/>
                </a:solidFill>
              </a:rPr>
              <a:t>This method is dedicated to increasing the utilization of the processor by moving blocks of data in and out of the main memory. </a:t>
            </a:r>
            <a:endParaRPr sz="2800" lang="en-GB">
              <a:solidFill>
                <a:srgbClr val="FFFFFF"/>
              </a:solidFill>
            </a:endParaRPr>
          </a:p>
          <a:p>
            <a:pPr indent="-457200" marL="457200">
              <a:buFont typeface="Wingdings" charset="2"/>
              <a:buChar char="¡"/>
            </a:pPr>
            <a:endParaRPr sz="2800" lang="en-GB">
              <a:solidFill>
                <a:srgbClr val="FFFFFF"/>
              </a:solidFill>
            </a:endParaRPr>
          </a:p>
          <a:p>
            <a:pPr indent="-457200" marL="457200">
              <a:buFont typeface="Wingdings" charset="2"/>
              <a:buChar char="¡"/>
            </a:pPr>
            <a:r>
              <a:rPr sz="2800" lang="en-GB">
                <a:solidFill>
                  <a:srgbClr val="FFFFFF"/>
                </a:solidFill>
              </a:rPr>
              <a:t>This data and information are swapped between the main and the secondary memory to optimize memory utilization and increase the processing power.</a:t>
            </a:r>
            <a:endParaRPr sz="2800" lang="en-GB">
              <a:solidFill>
                <a:srgbClr val="FFFFFF"/>
              </a:solidFill>
            </a:endParaRPr>
          </a:p>
          <a:p>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71" name=""/>
          <p:cNvSpPr>
            <a:spLocks noGrp="1"/>
          </p:cNvSpPr>
          <p:nvPr>
            <p:ph idx="1" hasCustomPrompt="1"/>
          </p:nvPr>
        </p:nvSpPr>
        <p:spPr/>
        <p:txBody>
          <a:bodyPr/>
          <a:p>
            <a:pPr>
              <a:buFont typeface="Wingdings" charset="2"/>
              <a:buChar char="¡"/>
            </a:pPr>
            <a:r>
              <a:rPr lang="en-GB">
                <a:solidFill>
                  <a:srgbClr val="FFFFFF"/>
                </a:solidFill>
              </a:rPr>
              <a:t>In secondary memory, the place where the swapped-out process is stored is called swap space.</a:t>
            </a:r>
            <a:endParaRPr lang="en-GB">
              <a:solidFill>
                <a:srgbClr val="FFFFFF"/>
              </a:solidFill>
            </a:endParaRPr>
          </a:p>
          <a:p>
            <a:pPr>
              <a:buFont typeface="Wingdings" charset="2"/>
              <a:buChar char="¡"/>
            </a:pPr>
            <a:endParaRPr lang="en-GB">
              <a:solidFill>
                <a:srgbClr val="FFFFFF"/>
              </a:solidFill>
            </a:endParaRPr>
          </a:p>
          <a:p>
            <a:pPr>
              <a:buFont typeface="Wingdings" charset="2"/>
              <a:buChar char="¡"/>
            </a:pPr>
            <a:r>
              <a:rPr lang="en-GB">
                <a:solidFill>
                  <a:srgbClr val="FFFFFF"/>
                </a:solidFill>
              </a:rPr>
              <a:t>Although the process of swapping affects the performance of the system, it helps to run larger and more than one process.</a:t>
            </a:r>
            <a:endParaRPr lang="en-GB">
              <a:solidFill>
                <a:srgbClr val="FFFFFF"/>
              </a:solidFill>
            </a:endParaRPr>
          </a:p>
          <a:p>
            <a:pPr>
              <a:buFont typeface="Wingdings" charset="2"/>
              <a:buChar char="¡"/>
            </a:pPr>
            <a:endParaRPr lang="en-GB">
              <a:solidFill>
                <a:srgbClr val="FFFFFF"/>
              </a:solidFill>
            </a:endParaRPr>
          </a:p>
          <a:p>
            <a:pPr>
              <a:buFont typeface="Wingdings" charset="2"/>
              <a:buChar char="¡"/>
            </a:pPr>
            <a:r>
              <a:rPr lang="en-GB">
                <a:solidFill>
                  <a:srgbClr val="FFFFFF"/>
                </a:solidFill>
              </a:rPr>
              <a:t>This is the reason why swapping is also referred to as memory compaction.</a:t>
            </a:r>
            <a:endParaRPr lang="en-GB">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68" name=""/>
          <p:cNvSpPr>
            <a:spLocks noGrp="1"/>
          </p:cNvSpPr>
          <p:nvPr>
            <p:ph type="title" hasCustomPrompt="1"/>
          </p:nvPr>
        </p:nvSpPr>
        <p:spPr/>
        <p:txBody>
          <a:bodyPr/>
          <a:p>
            <a:r>
              <a:rPr altLang="en-GB" lang="en-US">
                <a:solidFill>
                  <a:srgbClr val="FFFFFF"/>
                </a:solidFill>
              </a:rPr>
              <a:t>Swap</a:t>
            </a:r>
            <a:r>
              <a:rPr altLang="en-GB" lang="en-US">
                <a:solidFill>
                  <a:srgbClr val="FFFFFF"/>
                </a:solidFill>
              </a:rPr>
              <a:t> </a:t>
            </a:r>
            <a:r>
              <a:rPr altLang="en-GB" lang="en-US">
                <a:solidFill>
                  <a:srgbClr val="FFFFFF"/>
                </a:solidFill>
              </a:rPr>
              <a:t>information</a:t>
            </a:r>
            <a:r>
              <a:rPr altLang="en-GB" lang="en-US">
                <a:solidFill>
                  <a:srgbClr val="FFFFFF"/>
                </a:solidFill>
              </a:rPr>
              <a:t> </a:t>
            </a:r>
            <a:r>
              <a:rPr altLang="en-GB" lang="en-US">
                <a:solidFill>
                  <a:srgbClr val="FFFFFF"/>
                </a:solidFill>
              </a:rPr>
              <a:t>w</a:t>
            </a:r>
            <a:r>
              <a:rPr altLang="en-GB" lang="en-US">
                <a:solidFill>
                  <a:srgbClr val="FFFFFF"/>
                </a:solidFill>
              </a:rPr>
              <a:t>i</a:t>
            </a:r>
            <a:r>
              <a:rPr altLang="en-GB" lang="en-US">
                <a:solidFill>
                  <a:srgbClr val="FFFFFF"/>
                </a:solidFill>
              </a:rPr>
              <a:t>t</a:t>
            </a:r>
            <a:r>
              <a:rPr altLang="en-GB" lang="en-US">
                <a:solidFill>
                  <a:srgbClr val="FFFFFF"/>
                </a:solidFill>
              </a:rPr>
              <a:t>h</a:t>
            </a:r>
            <a:r>
              <a:rPr altLang="en-GB" lang="en-US">
                <a:solidFill>
                  <a:srgbClr val="FFFFFF"/>
                </a:solidFill>
              </a:rPr>
              <a:t> </a:t>
            </a:r>
            <a:r>
              <a:rPr altLang="en-GB" lang="en-US">
                <a:solidFill>
                  <a:srgbClr val="FFFFFF"/>
                </a:solidFill>
              </a:rPr>
              <a:t>P</a:t>
            </a:r>
            <a:r>
              <a:rPr altLang="en-GB" lang="en-US">
                <a:solidFill>
                  <a:srgbClr val="FFFFFF"/>
                </a:solidFill>
              </a:rPr>
              <a:t>y</a:t>
            </a:r>
            <a:r>
              <a:rPr altLang="en-GB" lang="en-US">
                <a:solidFill>
                  <a:srgbClr val="FFFFFF"/>
                </a:solidFill>
              </a:rPr>
              <a:t>t</a:t>
            </a:r>
            <a:r>
              <a:rPr altLang="en-GB" lang="en-US">
                <a:solidFill>
                  <a:srgbClr val="FFFFFF"/>
                </a:solidFill>
              </a:rPr>
              <a:t>h</a:t>
            </a:r>
            <a:r>
              <a:rPr altLang="en-GB" lang="en-US">
                <a:solidFill>
                  <a:srgbClr val="FFFFFF"/>
                </a:solidFill>
              </a:rPr>
              <a:t>o</a:t>
            </a:r>
            <a:r>
              <a:rPr altLang="en-GB" lang="en-US">
                <a:solidFill>
                  <a:srgbClr val="FFFFFF"/>
                </a:solidFill>
              </a:rPr>
              <a:t>n</a:t>
            </a:r>
            <a:endParaRPr lang="en-GB"/>
          </a:p>
        </p:txBody>
      </p:sp>
      <p:sp>
        <p:nvSpPr>
          <p:cNvPr id="1048669" name=""/>
          <p:cNvSpPr>
            <a:spLocks noGrp="1"/>
          </p:cNvSpPr>
          <p:nvPr>
            <p:ph idx="1" hasCustomPrompt="1"/>
          </p:nvPr>
        </p:nvSpPr>
        <p:spPr/>
        <p:txBody>
          <a:bodyPr/>
          <a:p>
            <a:pPr>
              <a:buFont typeface="Wingdings" charset="2"/>
              <a:buChar char="¡"/>
            </a:pPr>
            <a:r>
              <a:rPr altLang="en-GB" lang="en-US">
                <a:solidFill>
                  <a:srgbClr val="FFFFFF"/>
                </a:solidFill>
              </a:rPr>
              <a:t>I</a:t>
            </a:r>
            <a:r>
              <a:rPr altLang="en-GB" lang="en-US">
                <a:solidFill>
                  <a:srgbClr val="FFFFFF"/>
                </a:solidFill>
              </a:rPr>
              <a:t>n</a:t>
            </a:r>
            <a:r>
              <a:rPr altLang="en-GB" lang="en-US">
                <a:solidFill>
                  <a:srgbClr val="FFFFFF"/>
                </a:solidFill>
              </a:rPr>
              <a:t>p</a:t>
            </a:r>
            <a:r>
              <a:rPr altLang="en-GB" lang="en-US">
                <a:solidFill>
                  <a:srgbClr val="FFFFFF"/>
                </a:solidFill>
              </a:rPr>
              <a:t>u</a:t>
            </a:r>
            <a:r>
              <a:rPr altLang="en-GB" lang="en-US">
                <a:solidFill>
                  <a:srgbClr val="FFFFFF"/>
                </a:solidFill>
              </a:rPr>
              <a:t>t</a:t>
            </a:r>
            <a:r>
              <a:rPr altLang="en-GB" lang="en-US">
                <a:solidFill>
                  <a:srgbClr val="FFFFFF"/>
                </a:solidFill>
              </a:rPr>
              <a:t> </a:t>
            </a:r>
            <a:r>
              <a:rPr altLang="en-GB" lang="en-US">
                <a:solidFill>
                  <a:srgbClr val="FFFFFF"/>
                </a:solidFill>
              </a:rPr>
              <a:t>:</a:t>
            </a:r>
            <a:endParaRPr lang="en-GB">
              <a:solidFill>
                <a:srgbClr val="FFFFFF"/>
              </a:solidFill>
            </a:endParaRPr>
          </a:p>
          <a:p>
            <a:pPr indent="0" marL="0">
              <a:buNone/>
            </a:pPr>
            <a:r>
              <a:rPr altLang="en-GB" lang="en-US">
                <a:solidFill>
                  <a:srgbClr val="FFFFFF"/>
                </a:solidFill>
              </a:rPr>
              <a:t>i</a:t>
            </a:r>
            <a:r>
              <a:rPr lang="en-GB">
                <a:solidFill>
                  <a:srgbClr val="FFFFFF"/>
                </a:solidFill>
              </a:rPr>
              <a:t>mport psutil.</a:t>
            </a:r>
            <a:endParaRPr lang="en-GB">
              <a:solidFill>
                <a:srgbClr val="FFFFFF"/>
              </a:solidFill>
            </a:endParaRPr>
          </a:p>
          <a:p>
            <a:pPr indent="0" marL="0">
              <a:buNone/>
            </a:pPr>
            <a:r>
              <a:rPr lang="en-GB">
                <a:solidFill>
                  <a:srgbClr val="FFFFFF"/>
                </a:solidFill>
              </a:rPr>
              <a:t>​print("Swap Memory Information:")</a:t>
            </a:r>
            <a:endParaRPr lang="en-GB">
              <a:solidFill>
                <a:srgbClr val="FFFFFF"/>
              </a:solidFill>
            </a:endParaRPr>
          </a:p>
          <a:p>
            <a:pPr indent="0" marL="0">
              <a:buNone/>
            </a:pPr>
            <a:r>
              <a:rPr lang="en-GB">
                <a:solidFill>
                  <a:srgbClr val="FFFFFF"/>
                </a:solidFill>
              </a:rPr>
              <a:t>print(psutil. swap_memory())</a:t>
            </a:r>
            <a:endParaRPr lang="en-GB">
              <a:solidFill>
                <a:srgbClr val="FFFFFF"/>
              </a:solidFill>
            </a:endParaRPr>
          </a:p>
          <a:p>
            <a:pPr>
              <a:buFont typeface="Wingdings" charset="2"/>
              <a:buChar char="¡"/>
            </a:pPr>
            <a:r>
              <a:rPr altLang="en-GB" lang="en-US">
                <a:solidFill>
                  <a:srgbClr val="FFFFFF"/>
                </a:solidFill>
              </a:rPr>
              <a:t>O</a:t>
            </a:r>
            <a:r>
              <a:rPr altLang="en-GB" lang="en-US">
                <a:solidFill>
                  <a:srgbClr val="FFFFFF"/>
                </a:solidFill>
              </a:rPr>
              <a:t>u</a:t>
            </a:r>
            <a:r>
              <a:rPr altLang="en-GB" lang="en-US">
                <a:solidFill>
                  <a:srgbClr val="FFFFFF"/>
                </a:solidFill>
              </a:rPr>
              <a:t>t</a:t>
            </a:r>
            <a:r>
              <a:rPr altLang="en-GB" lang="en-US">
                <a:solidFill>
                  <a:srgbClr val="FFFFFF"/>
                </a:solidFill>
              </a:rPr>
              <a:t>p</a:t>
            </a:r>
            <a:r>
              <a:rPr altLang="en-GB" lang="en-US">
                <a:solidFill>
                  <a:srgbClr val="FFFFFF"/>
                </a:solidFill>
              </a:rPr>
              <a:t>u</a:t>
            </a:r>
            <a:r>
              <a:rPr altLang="en-GB" lang="en-US">
                <a:solidFill>
                  <a:srgbClr val="FFFFFF"/>
                </a:solidFill>
              </a:rPr>
              <a:t>t</a:t>
            </a:r>
            <a:r>
              <a:rPr altLang="en-GB" lang="en-US">
                <a:solidFill>
                  <a:srgbClr val="FFFFFF"/>
                </a:solidFill>
              </a:rPr>
              <a:t>:</a:t>
            </a:r>
            <a:endParaRPr lang="en-GB">
              <a:solidFill>
                <a:srgbClr val="FFFFFF"/>
              </a:solidFill>
            </a:endParaRPr>
          </a:p>
          <a:p>
            <a:pPr indent="0" marL="0">
              <a:buNone/>
            </a:pPr>
            <a:r>
              <a:rPr lang="en-GB">
                <a:solidFill>
                  <a:srgbClr val="FFFFFF"/>
                </a:solidFill>
              </a:rPr>
              <a:t>Swap Memory Information:</a:t>
            </a:r>
            <a:endParaRPr lang="en-GB">
              <a:solidFill>
                <a:srgbClr val="FFFFFF"/>
              </a:solidFill>
            </a:endParaRPr>
          </a:p>
          <a:p>
            <a:pPr indent="0" marL="0">
              <a:buNone/>
            </a:pPr>
            <a:r>
              <a:rPr lang="en-GB">
                <a:solidFill>
                  <a:srgbClr val="FFFFFF"/>
                </a:solidFill>
              </a:rPr>
              <a:t>sswap(total=</a:t>
            </a:r>
            <a:r>
              <a:rPr altLang="en-GB" lang="en-US">
                <a:solidFill>
                  <a:srgbClr val="FFFFFF"/>
                </a:solidFill>
              </a:rPr>
              <a:t>1</a:t>
            </a:r>
            <a:r>
              <a:rPr lang="en-GB">
                <a:solidFill>
                  <a:srgbClr val="FFFFFF"/>
                </a:solidFill>
              </a:rPr>
              <a:t>, used=</a:t>
            </a:r>
            <a:r>
              <a:rPr altLang="en-GB" lang="en-US">
                <a:solidFill>
                  <a:srgbClr val="FFFFFF"/>
                </a:solidFill>
              </a:rPr>
              <a:t>1</a:t>
            </a:r>
            <a:r>
              <a:rPr lang="en-GB">
                <a:solidFill>
                  <a:srgbClr val="FFFFFF"/>
                </a:solidFill>
              </a:rPr>
              <a:t>, free=0, percent=0.0, sin=0, sout=0)</a:t>
            </a:r>
            <a:endParaRPr lang="en-GB">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p:grpSpPr>
      <p:sp>
        <p:nvSpPr>
          <p:cNvPr id="1048620" name="文本框 4"/>
          <p:cNvSpPr txBox="1"/>
          <p:nvPr/>
        </p:nvSpPr>
        <p:spPr>
          <a:xfrm>
            <a:off x="3971925" y="1822450"/>
            <a:ext cx="1605279" cy="3063240"/>
          </a:xfrm>
          <a:prstGeom prst="rect"/>
          <a:noFill/>
          <a:ln w="9525">
            <a:noFill/>
          </a:ln>
        </p:spPr>
        <p:txBody>
          <a:bodyPr anchor="t" anchorCtr="0" wrap="none">
            <a:spAutoFit/>
          </a:bodyPr>
          <a:p>
            <a:r>
              <a:rPr altLang="zh-CN" b="1" dirty="0" sz="19900" lang="en-US">
                <a:solidFill>
                  <a:schemeClr val="bg1"/>
                </a:solidFill>
                <a:latin typeface="Arial" panose="020B0604020202020204" pitchFamily="34" charset="0"/>
                <a:ea typeface="宋体" panose="02010600030101010101" pitchFamily="2" charset="-122"/>
              </a:rPr>
              <a:t>2</a:t>
            </a:r>
            <a:endParaRPr altLang="en-US" b="1" dirty="0" sz="19900" lang="zh-CN">
              <a:solidFill>
                <a:schemeClr val="bg1"/>
              </a:solidFill>
              <a:latin typeface="Arial" panose="020B0604020202020204" pitchFamily="34" charset="0"/>
              <a:ea typeface="Arial" panose="020B0604020202020204" pitchFamily="34" charset="0"/>
            </a:endParaRPr>
          </a:p>
        </p:txBody>
      </p:sp>
      <p:sp>
        <p:nvSpPr>
          <p:cNvPr id="1048621" name="文本框 34"/>
          <p:cNvSpPr txBox="1"/>
          <p:nvPr/>
        </p:nvSpPr>
        <p:spPr>
          <a:xfrm>
            <a:off x="5899150" y="3840163"/>
            <a:ext cx="2265680" cy="574040"/>
          </a:xfrm>
          <a:prstGeom prst="rect"/>
          <a:noFill/>
          <a:ln w="9525">
            <a:noFill/>
          </a:ln>
        </p:spPr>
        <p:txBody>
          <a:bodyPr anchor="t" anchorCtr="0" wrap="none">
            <a:spAutoFit/>
          </a:bodyPr>
          <a:p>
            <a:pPr algn="ctr"/>
            <a:r>
              <a:rPr altLang="en-GB" dirty="0" sz="3200" lang="en-US">
                <a:solidFill>
                  <a:schemeClr val="bg1"/>
                </a:solidFill>
                <a:latin typeface="Arial" panose="020B0604020202020204" pitchFamily="34" charset="0"/>
                <a:ea typeface="宋体" panose="02010600030101010101" pitchFamily="2" charset="-122"/>
              </a:rPr>
              <a:t>I</a:t>
            </a:r>
            <a:r>
              <a:rPr altLang="en-GB" dirty="0" sz="3200" lang="en-US">
                <a:solidFill>
                  <a:schemeClr val="bg1"/>
                </a:solidFill>
                <a:latin typeface="Arial" panose="020B0604020202020204" pitchFamily="34" charset="0"/>
                <a:ea typeface="宋体" panose="02010600030101010101" pitchFamily="2" charset="-122"/>
              </a:rPr>
              <a:t>m</a:t>
            </a:r>
            <a:r>
              <a:rPr altLang="en-GB" dirty="0" sz="3200" lang="en-US">
                <a:solidFill>
                  <a:schemeClr val="bg1"/>
                </a:solidFill>
                <a:latin typeface="Arial" panose="020B0604020202020204" pitchFamily="34" charset="0"/>
                <a:ea typeface="宋体" panose="02010600030101010101" pitchFamily="2" charset="-122"/>
              </a:rPr>
              <a:t>p</a:t>
            </a:r>
            <a:r>
              <a:rPr altLang="en-GB" dirty="0" sz="3200" lang="en-US">
                <a:solidFill>
                  <a:schemeClr val="bg1"/>
                </a:solidFill>
                <a:latin typeface="Arial" panose="020B0604020202020204" pitchFamily="34" charset="0"/>
                <a:ea typeface="宋体" panose="02010600030101010101" pitchFamily="2" charset="-122"/>
              </a:rPr>
              <a:t>o</a:t>
            </a:r>
            <a:r>
              <a:rPr altLang="en-GB" dirty="0" sz="3200" lang="en-US">
                <a:solidFill>
                  <a:schemeClr val="bg1"/>
                </a:solidFill>
                <a:latin typeface="Arial" panose="020B0604020202020204" pitchFamily="34" charset="0"/>
                <a:ea typeface="宋体" panose="02010600030101010101" pitchFamily="2" charset="-122"/>
              </a:rPr>
              <a:t>r</a:t>
            </a:r>
            <a:r>
              <a:rPr altLang="en-GB" dirty="0" sz="3200" lang="en-US">
                <a:solidFill>
                  <a:schemeClr val="bg1"/>
                </a:solidFill>
                <a:latin typeface="Arial" panose="020B0604020202020204" pitchFamily="34" charset="0"/>
                <a:ea typeface="宋体" panose="02010600030101010101" pitchFamily="2" charset="-122"/>
              </a:rPr>
              <a:t>t</a:t>
            </a:r>
            <a:r>
              <a:rPr altLang="en-GB" dirty="0" sz="3200" lang="en-US">
                <a:solidFill>
                  <a:schemeClr val="bg1"/>
                </a:solidFill>
                <a:latin typeface="Arial" panose="020B0604020202020204" pitchFamily="34" charset="0"/>
                <a:ea typeface="宋体" panose="02010600030101010101" pitchFamily="2" charset="-122"/>
              </a:rPr>
              <a:t>a</a:t>
            </a:r>
            <a:r>
              <a:rPr altLang="en-GB" dirty="0" sz="3200" lang="en-US">
                <a:solidFill>
                  <a:schemeClr val="bg1"/>
                </a:solidFill>
                <a:latin typeface="Arial" panose="020B0604020202020204" pitchFamily="34" charset="0"/>
                <a:ea typeface="宋体" panose="02010600030101010101" pitchFamily="2" charset="-122"/>
              </a:rPr>
              <a:t>n</a:t>
            </a:r>
            <a:r>
              <a:rPr altLang="en-GB" dirty="0" sz="3200" lang="en-US">
                <a:solidFill>
                  <a:schemeClr val="bg1"/>
                </a:solidFill>
                <a:latin typeface="Arial" panose="020B0604020202020204" pitchFamily="34" charset="0"/>
                <a:ea typeface="宋体" panose="02010600030101010101" pitchFamily="2" charset="-122"/>
              </a:rPr>
              <a:t>ce</a:t>
            </a:r>
            <a:endParaRPr altLang="en-US" dirty="0" sz="3200" lang="zh-CN">
              <a:solidFill>
                <a:schemeClr val="bg1"/>
              </a:solidFill>
              <a:latin typeface="Arial" panose="020B0604020202020204" pitchFamily="34" charset="0"/>
              <a:ea typeface="Arial" panose="020B0604020202020204" pitchFamily="34" charset="0"/>
            </a:endParaRPr>
          </a:p>
        </p:txBody>
      </p:sp>
      <p:sp>
        <p:nvSpPr>
          <p:cNvPr id="1048622" name="等腰三角形 7"/>
          <p:cNvSpPr/>
          <p:nvPr/>
        </p:nvSpPr>
        <p:spPr>
          <a:xfrm rot="10800000">
            <a:off x="7002463" y="0"/>
            <a:ext cx="3008313" cy="2593975"/>
          </a:xfrm>
          <a:prstGeom prst="triangle"/>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23" name="等腰三角形 37"/>
          <p:cNvSpPr/>
          <p:nvPr/>
        </p:nvSpPr>
        <p:spPr>
          <a:xfrm>
            <a:off x="1452563" y="4264025"/>
            <a:ext cx="3008313" cy="2593975"/>
          </a:xfrm>
          <a:prstGeom prst="triangle"/>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24" name="直角三角形 13"/>
          <p:cNvSpPr/>
          <p:nvPr/>
        </p:nvSpPr>
        <p:spPr>
          <a:xfrm rot="10800000" flipH="1">
            <a:off x="8499475" y="-9525"/>
            <a:ext cx="1511300" cy="2603500"/>
          </a:xfrm>
          <a:prstGeom prst="rtTriangle"/>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25" name="直角三角形 39"/>
          <p:cNvSpPr/>
          <p:nvPr/>
        </p:nvSpPr>
        <p:spPr>
          <a:xfrm flipH="1">
            <a:off x="1446213" y="4241800"/>
            <a:ext cx="1512888" cy="2601913"/>
          </a:xfrm>
          <a:prstGeom prst="rtTriangle"/>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626" name=""/>
          <p:cNvSpPr>
            <a:spLocks noGrp="1"/>
          </p:cNvSpPr>
          <p:nvPr>
            <p:ph idx="1" hasCustomPrompt="1"/>
          </p:nvPr>
        </p:nvSpPr>
        <p:spPr>
          <a:xfrm>
            <a:off x="838200" y="1253330"/>
            <a:ext cx="10515600" cy="4351338"/>
          </a:xfrm>
        </p:spPr>
        <p:txBody>
          <a:bodyPr/>
          <a:p>
            <a:pPr>
              <a:buFont typeface="Wingdings" charset="2"/>
              <a:buChar char="¡"/>
            </a:pPr>
            <a:r>
              <a:rPr sz="3200" lang="en-GB">
                <a:solidFill>
                  <a:srgbClr val="FFFFFF"/>
                </a:solidFill>
              </a:rPr>
              <a:t>The purpose of the swapping in operating system is to access the data present in the hard disk and bring it to RAM so that the application programs can use it. </a:t>
            </a:r>
            <a:endParaRPr sz="3200" lang="en-GB">
              <a:solidFill>
                <a:srgbClr val="FFFFFF"/>
              </a:solidFill>
            </a:endParaRPr>
          </a:p>
          <a:p>
            <a:pPr>
              <a:buFont typeface="Wingdings" charset="2"/>
              <a:buChar char="¡"/>
            </a:pPr>
            <a:endParaRPr sz="3200" lang="en-GB">
              <a:solidFill>
                <a:srgbClr val="FFFFFF"/>
              </a:solidFill>
            </a:endParaRPr>
          </a:p>
          <a:p>
            <a:pPr>
              <a:buFont typeface="Wingdings" charset="2"/>
              <a:buChar char="¡"/>
            </a:pPr>
            <a:r>
              <a:rPr sz="3200" lang="en-GB">
                <a:solidFill>
                  <a:srgbClr val="FFFFFF"/>
                </a:solidFill>
              </a:rPr>
              <a:t>The thing to remember is that swapping is used only when data is not present in RAM.</a:t>
            </a:r>
            <a:endParaRPr sz="3200" lang="en-GB">
              <a:solidFill>
                <a:srgbClr val="FFFFFF"/>
              </a:solidFill>
            </a:endParaRPr>
          </a:p>
          <a:p>
            <a:pPr>
              <a:buFont typeface="Wingdings" charset="2"/>
              <a:buChar char="¡"/>
            </a:pPr>
            <a:endParaRPr sz="3200" lang="en-GB">
              <a:solidFill>
                <a:srgbClr val="FFFFFF"/>
              </a:solidFill>
            </a:endParaRPr>
          </a:p>
          <a:p>
            <a:pPr>
              <a:buFont typeface="Wingdings" charset="2"/>
              <a:buChar char="¡"/>
            </a:pPr>
            <a:r>
              <a:rPr sz="3200" lang="en-GB">
                <a:solidFill>
                  <a:srgbClr val="FFFFFF"/>
                </a:solidFill>
              </a:rPr>
              <a:t>swapping is to increase the degree of multiprogramming and increase main memory usage.</a:t>
            </a:r>
            <a:endParaRPr sz="3200" lang="en-GB">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p:grpSpPr>
      <p:sp>
        <p:nvSpPr>
          <p:cNvPr id="1048627" name="文本框 4"/>
          <p:cNvSpPr txBox="1"/>
          <p:nvPr/>
        </p:nvSpPr>
        <p:spPr>
          <a:xfrm>
            <a:off x="3971925" y="1822450"/>
            <a:ext cx="1605279" cy="3063240"/>
          </a:xfrm>
          <a:prstGeom prst="rect"/>
          <a:noFill/>
          <a:ln w="9525">
            <a:noFill/>
          </a:ln>
        </p:spPr>
        <p:txBody>
          <a:bodyPr anchor="t" anchorCtr="0" wrap="none">
            <a:spAutoFit/>
          </a:bodyPr>
          <a:p>
            <a:r>
              <a:rPr altLang="zh-CN" b="1" dirty="0" sz="19900" lang="en-US">
                <a:solidFill>
                  <a:schemeClr val="bg1"/>
                </a:solidFill>
                <a:latin typeface="Arial" panose="020B0604020202020204" pitchFamily="34" charset="0"/>
                <a:ea typeface="宋体" panose="02010600030101010101" pitchFamily="2" charset="-122"/>
              </a:rPr>
              <a:t>3</a:t>
            </a:r>
            <a:endParaRPr altLang="en-US" b="1" dirty="0" sz="19900" lang="zh-CN">
              <a:solidFill>
                <a:schemeClr val="bg1"/>
              </a:solidFill>
              <a:latin typeface="Arial" panose="020B0604020202020204" pitchFamily="34" charset="0"/>
              <a:ea typeface="Arial" panose="020B0604020202020204" pitchFamily="34" charset="0"/>
            </a:endParaRPr>
          </a:p>
        </p:txBody>
      </p:sp>
      <p:sp>
        <p:nvSpPr>
          <p:cNvPr id="1048628" name="文本框 34"/>
          <p:cNvSpPr txBox="1"/>
          <p:nvPr/>
        </p:nvSpPr>
        <p:spPr>
          <a:xfrm>
            <a:off x="5891213" y="3848100"/>
            <a:ext cx="2735580" cy="574040"/>
          </a:xfrm>
          <a:prstGeom prst="rect"/>
          <a:noFill/>
          <a:ln w="9525">
            <a:noFill/>
          </a:ln>
        </p:spPr>
        <p:txBody>
          <a:bodyPr anchor="t" anchorCtr="0" wrap="none">
            <a:spAutoFit/>
          </a:bodyPr>
          <a:p>
            <a:pPr algn="ctr"/>
            <a:r>
              <a:rPr altLang="en-GB" dirty="0" sz="3200" lang="en-US">
                <a:solidFill>
                  <a:schemeClr val="bg1"/>
                </a:solidFill>
                <a:latin typeface="Arial" panose="020B0604020202020204" pitchFamily="34" charset="0"/>
                <a:ea typeface="Arial" panose="020B0604020202020204" pitchFamily="34" charset="0"/>
              </a:rPr>
              <a:t>W</a:t>
            </a:r>
            <a:r>
              <a:rPr altLang="en-GB" dirty="0" sz="3200" lang="en-US">
                <a:solidFill>
                  <a:schemeClr val="bg1"/>
                </a:solidFill>
                <a:latin typeface="Arial" panose="020B0604020202020204" pitchFamily="34" charset="0"/>
                <a:ea typeface="Arial" panose="020B0604020202020204" pitchFamily="34" charset="0"/>
              </a:rPr>
              <a:t>o</a:t>
            </a:r>
            <a:r>
              <a:rPr altLang="en-GB" dirty="0" sz="3200" lang="en-US">
                <a:solidFill>
                  <a:schemeClr val="bg1"/>
                </a:solidFill>
                <a:latin typeface="Arial" panose="020B0604020202020204" pitchFamily="34" charset="0"/>
                <a:ea typeface="Arial" panose="020B0604020202020204" pitchFamily="34" charset="0"/>
              </a:rPr>
              <a:t>r</a:t>
            </a:r>
            <a:r>
              <a:rPr altLang="en-GB" dirty="0" sz="3200" lang="en-US">
                <a:solidFill>
                  <a:schemeClr val="bg1"/>
                </a:solidFill>
                <a:latin typeface="Arial" panose="020B0604020202020204" pitchFamily="34" charset="0"/>
                <a:ea typeface="Arial" panose="020B0604020202020204" pitchFamily="34" charset="0"/>
              </a:rPr>
              <a:t>k</a:t>
            </a:r>
            <a:r>
              <a:rPr altLang="en-GB" dirty="0" sz="3200" lang="en-US">
                <a:solidFill>
                  <a:schemeClr val="bg1"/>
                </a:solidFill>
                <a:latin typeface="Arial" panose="020B0604020202020204" pitchFamily="34" charset="0"/>
                <a:ea typeface="Arial" panose="020B0604020202020204" pitchFamily="34" charset="0"/>
              </a:rPr>
              <a:t>in</a:t>
            </a:r>
            <a:r>
              <a:rPr altLang="en-GB" dirty="0" sz="3200" lang="en-US">
                <a:solidFill>
                  <a:schemeClr val="bg1"/>
                </a:solidFill>
                <a:latin typeface="Arial" panose="020B0604020202020204" pitchFamily="34" charset="0"/>
                <a:ea typeface="Arial" panose="020B0604020202020204" pitchFamily="34" charset="0"/>
              </a:rPr>
              <a:t>g</a:t>
            </a:r>
            <a:r>
              <a:rPr altLang="en-GB" dirty="0" sz="3200" lang="en-US">
                <a:solidFill>
                  <a:schemeClr val="bg1"/>
                </a:solidFill>
                <a:latin typeface="Arial" panose="020B0604020202020204" pitchFamily="34" charset="0"/>
                <a:ea typeface="Arial" panose="020B0604020202020204" pitchFamily="34" charset="0"/>
              </a:rPr>
              <a:t> </a:t>
            </a:r>
            <a:r>
              <a:rPr altLang="en-GB" dirty="0" sz="3200" lang="en-US">
                <a:solidFill>
                  <a:schemeClr val="bg1"/>
                </a:solidFill>
                <a:latin typeface="Arial" panose="020B0604020202020204" pitchFamily="34" charset="0"/>
                <a:ea typeface="Arial" panose="020B0604020202020204" pitchFamily="34" charset="0"/>
              </a:rPr>
              <a:t>I</a:t>
            </a:r>
            <a:r>
              <a:rPr altLang="en-GB" dirty="0" sz="3200" lang="en-US">
                <a:solidFill>
                  <a:schemeClr val="bg1"/>
                </a:solidFill>
                <a:latin typeface="Arial" panose="020B0604020202020204" pitchFamily="34" charset="0"/>
                <a:ea typeface="Arial" panose="020B0604020202020204" pitchFamily="34" charset="0"/>
              </a:rPr>
              <a:t>n</a:t>
            </a:r>
            <a:r>
              <a:rPr altLang="en-GB" dirty="0" sz="3200" lang="en-US">
                <a:solidFill>
                  <a:schemeClr val="bg1"/>
                </a:solidFill>
                <a:latin typeface="Arial" panose="020B0604020202020204" pitchFamily="34" charset="0"/>
                <a:ea typeface="Arial" panose="020B0604020202020204" pitchFamily="34" charset="0"/>
              </a:rPr>
              <a:t> </a:t>
            </a:r>
            <a:r>
              <a:rPr altLang="en-GB" dirty="0" sz="3200" lang="en-US">
                <a:solidFill>
                  <a:schemeClr val="bg1"/>
                </a:solidFill>
                <a:latin typeface="Arial" panose="020B0604020202020204" pitchFamily="34" charset="0"/>
                <a:ea typeface="Arial" panose="020B0604020202020204" pitchFamily="34" charset="0"/>
              </a:rPr>
              <a:t>O</a:t>
            </a:r>
            <a:r>
              <a:rPr altLang="en-GB" dirty="0" sz="3200" lang="en-US">
                <a:solidFill>
                  <a:schemeClr val="bg1"/>
                </a:solidFill>
                <a:latin typeface="Arial" panose="020B0604020202020204" pitchFamily="34" charset="0"/>
                <a:ea typeface="Arial" panose="020B0604020202020204" pitchFamily="34" charset="0"/>
              </a:rPr>
              <a:t>S</a:t>
            </a:r>
            <a:endParaRPr altLang="en-US" dirty="0" sz="3200" lang="zh-CN">
              <a:solidFill>
                <a:schemeClr val="bg1"/>
              </a:solidFill>
              <a:latin typeface="Arial" panose="020B0604020202020204" pitchFamily="34" charset="0"/>
              <a:ea typeface="Arial" panose="020B0604020202020204" pitchFamily="34" charset="0"/>
            </a:endParaRPr>
          </a:p>
        </p:txBody>
      </p:sp>
      <p:sp>
        <p:nvSpPr>
          <p:cNvPr id="1048629" name="等腰三角形 7"/>
          <p:cNvSpPr/>
          <p:nvPr/>
        </p:nvSpPr>
        <p:spPr>
          <a:xfrm rot="10800000">
            <a:off x="7002463" y="0"/>
            <a:ext cx="3008313" cy="2593975"/>
          </a:xfrm>
          <a:prstGeom prst="triangle"/>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30" name="等腰三角形 37"/>
          <p:cNvSpPr/>
          <p:nvPr/>
        </p:nvSpPr>
        <p:spPr>
          <a:xfrm>
            <a:off x="1452563" y="4264025"/>
            <a:ext cx="3008313" cy="2593975"/>
          </a:xfrm>
          <a:prstGeom prst="triangle"/>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31" name="直角三角形 13"/>
          <p:cNvSpPr/>
          <p:nvPr/>
        </p:nvSpPr>
        <p:spPr>
          <a:xfrm rot="10800000" flipH="1">
            <a:off x="8499475" y="-9525"/>
            <a:ext cx="1511300" cy="2603500"/>
          </a:xfrm>
          <a:prstGeom prst="rtTriangle"/>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32" name="直角三角形 39"/>
          <p:cNvSpPr/>
          <p:nvPr/>
        </p:nvSpPr>
        <p:spPr>
          <a:xfrm flipH="1">
            <a:off x="1446213" y="4241800"/>
            <a:ext cx="1512888" cy="2601913"/>
          </a:xfrm>
          <a:prstGeom prst="rtTriangle"/>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33" name=""/>
          <p:cNvSpPr>
            <a:spLocks noGrp="1"/>
          </p:cNvSpPr>
          <p:nvPr>
            <p:ph idx="1" hasCustomPrompt="1"/>
          </p:nvPr>
        </p:nvSpPr>
        <p:spPr>
          <a:xfrm>
            <a:off x="838200" y="1253331"/>
            <a:ext cx="10515600" cy="4351338"/>
          </a:xfrm>
        </p:spPr>
        <p:txBody>
          <a:bodyPr/>
          <a:p>
            <a:pPr>
              <a:buFont typeface="Wingdings" charset="2"/>
              <a:buChar char="¡"/>
            </a:pPr>
            <a:r>
              <a:rPr lang="en-GB">
                <a:solidFill>
                  <a:srgbClr val="FFFFFF"/>
                </a:solidFill>
              </a:rPr>
              <a:t>The process of swapping also forms a queue of temporarily suspended processes as the execution carries out with the newly arrived process. The concept of swapping consists of two more concepts, swap in and swap out.</a:t>
            </a:r>
            <a:endParaRPr lang="en-GB">
              <a:solidFill>
                <a:srgbClr val="FFFFFF"/>
              </a:solidFill>
            </a:endParaRPr>
          </a:p>
          <a:p>
            <a:pPr>
              <a:buFont typeface="Wingdings" charset="2"/>
              <a:buChar char="¡"/>
            </a:pPr>
            <a:endParaRPr lang="en-GB">
              <a:solidFill>
                <a:srgbClr val="FFFFFF"/>
              </a:solidFill>
            </a:endParaRPr>
          </a:p>
          <a:p>
            <a:pPr>
              <a:buFont typeface="Wingdings" charset="2"/>
              <a:buChar char="¡"/>
            </a:pPr>
            <a:r>
              <a:rPr lang="en-GB">
                <a:solidFill>
                  <a:srgbClr val="FFFFFF"/>
                </a:solidFill>
              </a:rPr>
              <a:t>Swap Out is the method of removing a process from the RAM and adding it to the Hard Disk.</a:t>
            </a:r>
            <a:endParaRPr lang="en-GB">
              <a:solidFill>
                <a:srgbClr val="FFFFFF"/>
              </a:solidFill>
            </a:endParaRPr>
          </a:p>
          <a:p>
            <a:pPr>
              <a:buFont typeface="Wingdings" charset="2"/>
              <a:buChar char="¡"/>
            </a:pPr>
            <a:endParaRPr lang="en-GB">
              <a:solidFill>
                <a:srgbClr val="FFFFFF"/>
              </a:solidFill>
            </a:endParaRPr>
          </a:p>
          <a:p>
            <a:pPr>
              <a:buFont typeface="Wingdings" charset="2"/>
              <a:buChar char="¡"/>
            </a:pPr>
            <a:r>
              <a:rPr lang="en-GB">
                <a:solidFill>
                  <a:srgbClr val="FFFFFF"/>
                </a:solidFill>
              </a:rPr>
              <a:t>swap in means, removing the program from the hard disk and placing it back into the main memory or the RAM.</a:t>
            </a:r>
            <a:endParaRPr lang="en-GB">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pic>
        <p:nvPicPr>
          <p:cNvPr id="2097152" name=""/>
          <p:cNvPicPr>
            <a:picLocks/>
          </p:cNvPicPr>
          <p:nvPr/>
        </p:nvPicPr>
        <p:blipFill>
          <a:blip xmlns:r="http://schemas.openxmlformats.org/officeDocument/2006/relationships" r:embed="rId1"/>
          <a:stretch>
            <a:fillRect/>
          </a:stretch>
        </p:blipFill>
        <p:spPr>
          <a:xfrm rot="0">
            <a:off x="3489667" y="798705"/>
            <a:ext cx="5212666" cy="5260589"/>
          </a:xfrm>
          <a:prstGeom prst="rec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34" name=""/>
          <p:cNvSpPr>
            <a:spLocks noGrp="1"/>
          </p:cNvSpPr>
          <p:nvPr>
            <p:ph type="title" hasCustomPrompt="1"/>
          </p:nvPr>
        </p:nvSpPr>
        <p:spPr/>
        <p:txBody>
          <a:bodyPr/>
          <a:p>
            <a:r>
              <a:rPr altLang="en-GB" lang="en-US">
                <a:solidFill>
                  <a:srgbClr val="FFFFFF"/>
                </a:solidFill>
              </a:rPr>
              <a:t>O</a:t>
            </a:r>
            <a:r>
              <a:rPr altLang="en-GB" lang="en-US">
                <a:solidFill>
                  <a:srgbClr val="FFFFFF"/>
                </a:solidFill>
              </a:rPr>
              <a:t>S</a:t>
            </a:r>
            <a:r>
              <a:rPr altLang="en-GB" lang="en-US">
                <a:solidFill>
                  <a:srgbClr val="FFFFFF"/>
                </a:solidFill>
              </a:rPr>
              <a:t> </a:t>
            </a:r>
            <a:r>
              <a:rPr altLang="en-GB" lang="en-US">
                <a:solidFill>
                  <a:srgbClr val="FFFFFF"/>
                </a:solidFill>
              </a:rPr>
              <a:t>w</a:t>
            </a:r>
            <a:r>
              <a:rPr altLang="en-GB" lang="en-US">
                <a:solidFill>
                  <a:srgbClr val="FFFFFF"/>
                </a:solidFill>
              </a:rPr>
              <a:t>h</a:t>
            </a:r>
            <a:r>
              <a:rPr altLang="en-GB" lang="en-US">
                <a:solidFill>
                  <a:srgbClr val="FFFFFF"/>
                </a:solidFill>
              </a:rPr>
              <a:t>i</a:t>
            </a:r>
            <a:r>
              <a:rPr altLang="en-GB" lang="en-US">
                <a:solidFill>
                  <a:srgbClr val="FFFFFF"/>
                </a:solidFill>
              </a:rPr>
              <a:t>c</a:t>
            </a:r>
            <a:r>
              <a:rPr altLang="en-GB" lang="en-US">
                <a:solidFill>
                  <a:srgbClr val="FFFFFF"/>
                </a:solidFill>
              </a:rPr>
              <a:t>h</a:t>
            </a:r>
            <a:r>
              <a:rPr altLang="en-GB" lang="en-US">
                <a:solidFill>
                  <a:srgbClr val="FFFFFF"/>
                </a:solidFill>
              </a:rPr>
              <a:t> </a:t>
            </a:r>
            <a:r>
              <a:rPr altLang="en-GB" lang="en-US">
                <a:solidFill>
                  <a:srgbClr val="FFFFFF"/>
                </a:solidFill>
              </a:rPr>
              <a:t>u</a:t>
            </a:r>
            <a:r>
              <a:rPr altLang="en-GB" lang="en-US">
                <a:solidFill>
                  <a:srgbClr val="FFFFFF"/>
                </a:solidFill>
              </a:rPr>
              <a:t>s</a:t>
            </a:r>
            <a:r>
              <a:rPr altLang="en-GB" lang="en-US">
                <a:solidFill>
                  <a:srgbClr val="FFFFFF"/>
                </a:solidFill>
              </a:rPr>
              <a:t>e</a:t>
            </a:r>
            <a:r>
              <a:rPr altLang="en-GB" lang="en-US">
                <a:solidFill>
                  <a:srgbClr val="FFFFFF"/>
                </a:solidFill>
              </a:rPr>
              <a:t>s</a:t>
            </a:r>
            <a:r>
              <a:rPr altLang="en-GB" lang="en-US">
                <a:solidFill>
                  <a:srgbClr val="FFFFFF"/>
                </a:solidFill>
              </a:rPr>
              <a:t> </a:t>
            </a:r>
            <a:r>
              <a:rPr altLang="en-GB" lang="en-US">
                <a:solidFill>
                  <a:srgbClr val="FFFFFF"/>
                </a:solidFill>
              </a:rPr>
              <a:t>S</a:t>
            </a:r>
            <a:r>
              <a:rPr altLang="en-GB" lang="en-US">
                <a:solidFill>
                  <a:srgbClr val="FFFFFF"/>
                </a:solidFill>
              </a:rPr>
              <a:t>w</a:t>
            </a:r>
            <a:r>
              <a:rPr altLang="en-GB" lang="en-US">
                <a:solidFill>
                  <a:srgbClr val="FFFFFF"/>
                </a:solidFill>
              </a:rPr>
              <a:t>a</a:t>
            </a:r>
            <a:r>
              <a:rPr altLang="en-GB" lang="en-US">
                <a:solidFill>
                  <a:srgbClr val="FFFFFF"/>
                </a:solidFill>
              </a:rPr>
              <a:t>p</a:t>
            </a:r>
            <a:r>
              <a:rPr altLang="en-GB" lang="en-US">
                <a:solidFill>
                  <a:srgbClr val="FFFFFF"/>
                </a:solidFill>
              </a:rPr>
              <a:t>p</a:t>
            </a:r>
            <a:r>
              <a:rPr altLang="en-GB" lang="en-US">
                <a:solidFill>
                  <a:srgbClr val="FFFFFF"/>
                </a:solidFill>
              </a:rPr>
              <a:t>i</a:t>
            </a:r>
            <a:r>
              <a:rPr altLang="en-GB" lang="en-US">
                <a:solidFill>
                  <a:srgbClr val="FFFFFF"/>
                </a:solidFill>
              </a:rPr>
              <a:t>ng</a:t>
            </a:r>
            <a:endParaRPr lang="en-GB"/>
          </a:p>
        </p:txBody>
      </p:sp>
      <p:sp>
        <p:nvSpPr>
          <p:cNvPr id="1048635" name=""/>
          <p:cNvSpPr>
            <a:spLocks noGrp="1"/>
          </p:cNvSpPr>
          <p:nvPr>
            <p:ph idx="1" hasCustomPrompt="1"/>
          </p:nvPr>
        </p:nvSpPr>
        <p:spPr/>
        <p:txBody>
          <a:bodyPr/>
          <a:p>
            <a:pPr>
              <a:buFont typeface="Wingdings" charset="2"/>
              <a:buChar char="¡"/>
            </a:pPr>
            <a:r>
              <a:rPr lang="en-GB">
                <a:solidFill>
                  <a:srgbClr val="FFFFFF"/>
                </a:solidFill>
              </a:rPr>
              <a:t>UNIX systems use a swapping mechanism if the main memory gets The system may discontinue swapping when the load on the processor drops.</a:t>
            </a:r>
            <a:endParaRPr lang="en-GB">
              <a:solidFill>
                <a:srgbClr val="FFFFFF"/>
              </a:solidFill>
            </a:endParaRPr>
          </a:p>
          <a:p>
            <a:pPr>
              <a:buFont typeface="Wingdings" charset="2"/>
              <a:buChar char="¡"/>
            </a:pPr>
            <a:endParaRPr lang="en-GB">
              <a:solidFill>
                <a:srgbClr val="FFFFFF"/>
              </a:solidFill>
            </a:endParaRPr>
          </a:p>
          <a:p>
            <a:pPr>
              <a:buFont typeface="Wingdings" charset="2"/>
              <a:buChar char="¡"/>
            </a:pPr>
            <a:r>
              <a:rPr lang="en-GB">
                <a:solidFill>
                  <a:srgbClr val="FFFFFF"/>
                </a:solidFill>
              </a:rPr>
              <a:t>Windows 3.1 is another operating system which uses swapping when the load on the processor is heavy.</a:t>
            </a:r>
            <a:endParaRPr lang="en-GB">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36" name=""/>
          <p:cNvSpPr>
            <a:spLocks noGrp="1"/>
          </p:cNvSpPr>
          <p:nvPr>
            <p:ph type="title" hasCustomPrompt="1"/>
          </p:nvPr>
        </p:nvSpPr>
        <p:spPr/>
        <p:txBody>
          <a:bodyPr/>
          <a:p>
            <a:r>
              <a:rPr altLang="en-GB" lang="en-US">
                <a:solidFill>
                  <a:srgbClr val="FFFFFF"/>
                </a:solidFill>
              </a:rPr>
              <a:t>M</a:t>
            </a:r>
            <a:r>
              <a:rPr altLang="en-GB" lang="en-US">
                <a:solidFill>
                  <a:srgbClr val="FFFFFF"/>
                </a:solidFill>
              </a:rPr>
              <a:t>o</a:t>
            </a:r>
            <a:r>
              <a:rPr altLang="en-GB" lang="en-US">
                <a:solidFill>
                  <a:srgbClr val="FFFFFF"/>
                </a:solidFill>
              </a:rPr>
              <a:t>b</a:t>
            </a:r>
            <a:r>
              <a:rPr altLang="en-GB" lang="en-US">
                <a:solidFill>
                  <a:srgbClr val="FFFFFF"/>
                </a:solidFill>
              </a:rPr>
              <a:t>i</a:t>
            </a:r>
            <a:r>
              <a:rPr altLang="en-GB" lang="en-US">
                <a:solidFill>
                  <a:srgbClr val="FFFFFF"/>
                </a:solidFill>
              </a:rPr>
              <a:t>l</a:t>
            </a:r>
            <a:r>
              <a:rPr altLang="en-GB" lang="en-US">
                <a:solidFill>
                  <a:srgbClr val="FFFFFF"/>
                </a:solidFill>
              </a:rPr>
              <a:t>e</a:t>
            </a:r>
            <a:r>
              <a:rPr altLang="en-GB" lang="en-US">
                <a:solidFill>
                  <a:srgbClr val="FFFFFF"/>
                </a:solidFill>
              </a:rPr>
              <a:t> </a:t>
            </a:r>
            <a:r>
              <a:rPr altLang="en-GB" lang="en-US">
                <a:solidFill>
                  <a:srgbClr val="FFFFFF"/>
                </a:solidFill>
              </a:rPr>
              <a:t>O</a:t>
            </a:r>
            <a:r>
              <a:rPr altLang="en-GB" lang="en-US">
                <a:solidFill>
                  <a:srgbClr val="FFFFFF"/>
                </a:solidFill>
              </a:rPr>
              <a:t>S</a:t>
            </a:r>
            <a:r>
              <a:rPr altLang="en-GB" lang="en-US">
                <a:solidFill>
                  <a:srgbClr val="FFFFFF"/>
                </a:solidFill>
              </a:rPr>
              <a:t> </a:t>
            </a:r>
            <a:r>
              <a:rPr altLang="en-GB" lang="en-US">
                <a:solidFill>
                  <a:srgbClr val="FFFFFF"/>
                </a:solidFill>
              </a:rPr>
              <a:t>U</a:t>
            </a:r>
            <a:r>
              <a:rPr altLang="en-GB" lang="en-US">
                <a:solidFill>
                  <a:srgbClr val="FFFFFF"/>
                </a:solidFill>
              </a:rPr>
              <a:t>s</a:t>
            </a:r>
            <a:r>
              <a:rPr altLang="en-GB" lang="en-US">
                <a:solidFill>
                  <a:srgbClr val="FFFFFF"/>
                </a:solidFill>
              </a:rPr>
              <a:t>i</a:t>
            </a:r>
            <a:r>
              <a:rPr altLang="en-GB" lang="en-US">
                <a:solidFill>
                  <a:srgbClr val="FFFFFF"/>
                </a:solidFill>
              </a:rPr>
              <a:t>n</a:t>
            </a:r>
            <a:r>
              <a:rPr altLang="en-GB" lang="en-US">
                <a:solidFill>
                  <a:srgbClr val="FFFFFF"/>
                </a:solidFill>
              </a:rPr>
              <a:t>g</a:t>
            </a:r>
            <a:r>
              <a:rPr altLang="en-GB" lang="en-US">
                <a:solidFill>
                  <a:srgbClr val="FFFFFF"/>
                </a:solidFill>
              </a:rPr>
              <a:t> </a:t>
            </a:r>
            <a:r>
              <a:rPr altLang="en-GB" lang="en-US">
                <a:solidFill>
                  <a:srgbClr val="FFFFFF"/>
                </a:solidFill>
              </a:rPr>
              <a:t>S</a:t>
            </a:r>
            <a:r>
              <a:rPr altLang="en-GB" lang="en-US">
                <a:solidFill>
                  <a:srgbClr val="FFFFFF"/>
                </a:solidFill>
              </a:rPr>
              <a:t>w</a:t>
            </a:r>
            <a:r>
              <a:rPr altLang="en-GB" lang="en-US">
                <a:solidFill>
                  <a:srgbClr val="FFFFFF"/>
                </a:solidFill>
              </a:rPr>
              <a:t>a</a:t>
            </a:r>
            <a:r>
              <a:rPr altLang="en-GB" lang="en-US">
                <a:solidFill>
                  <a:srgbClr val="FFFFFF"/>
                </a:solidFill>
              </a:rPr>
              <a:t>p</a:t>
            </a:r>
            <a:r>
              <a:rPr altLang="en-GB" lang="en-US">
                <a:solidFill>
                  <a:srgbClr val="FFFFFF"/>
                </a:solidFill>
              </a:rPr>
              <a:t>p</a:t>
            </a:r>
            <a:r>
              <a:rPr altLang="en-GB" lang="en-US">
                <a:solidFill>
                  <a:srgbClr val="FFFFFF"/>
                </a:solidFill>
              </a:rPr>
              <a:t>i</a:t>
            </a:r>
            <a:r>
              <a:rPr altLang="en-GB" lang="en-US">
                <a:solidFill>
                  <a:srgbClr val="FFFFFF"/>
                </a:solidFill>
              </a:rPr>
              <a:t>ng</a:t>
            </a:r>
            <a:endParaRPr lang="en-GB"/>
          </a:p>
        </p:txBody>
      </p:sp>
      <p:sp>
        <p:nvSpPr>
          <p:cNvPr id="1048637" name=""/>
          <p:cNvSpPr>
            <a:spLocks noGrp="1"/>
          </p:cNvSpPr>
          <p:nvPr>
            <p:ph idx="1" hasCustomPrompt="1"/>
          </p:nvPr>
        </p:nvSpPr>
        <p:spPr/>
        <p:txBody>
          <a:bodyPr/>
          <a:p>
            <a:pPr>
              <a:buFont typeface="Wingdings" charset="2"/>
              <a:buChar char="¡"/>
            </a:pPr>
            <a:r>
              <a:rPr lang="en-GB">
                <a:solidFill>
                  <a:srgbClr val="FFFFFF"/>
                </a:solidFill>
              </a:rPr>
              <a:t>Mobile phone usually does not use the concept of swapping during their operation. The most popular mechanism used by them is flash memory which is more efficient than the hard drives used for persistent storage. </a:t>
            </a:r>
            <a:endParaRPr lang="en-GB">
              <a:solidFill>
                <a:srgbClr val="FFFFFF"/>
              </a:solidFill>
            </a:endParaRPr>
          </a:p>
          <a:p>
            <a:pPr>
              <a:buFont typeface="Wingdings" charset="2"/>
              <a:buChar char="¡"/>
            </a:pPr>
            <a:endParaRPr lang="en-GB">
              <a:solidFill>
                <a:srgbClr val="FFFFFF"/>
              </a:solidFill>
            </a:endParaRPr>
          </a:p>
          <a:p>
            <a:pPr>
              <a:buFont typeface="Wingdings" charset="2"/>
              <a:buChar char="¡"/>
            </a:pPr>
            <a:r>
              <a:rPr lang="en-GB">
                <a:solidFill>
                  <a:srgbClr val="FFFFFF"/>
                </a:solidFill>
              </a:rPr>
              <a:t>The flash memory can only be written a limited number of times before it becomes unreliable. Thus, the method is avoided to be used in the case of mobile devices.</a:t>
            </a:r>
            <a:endParaRPr lang="en-GB">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38" name=""/>
          <p:cNvSpPr>
            <a:spLocks noGrp="1"/>
          </p:cNvSpPr>
          <p:nvPr>
            <p:ph type="title" hasCustomPrompt="1"/>
          </p:nvPr>
        </p:nvSpPr>
        <p:spPr/>
        <p:txBody>
          <a:bodyPr/>
          <a:p>
            <a:r>
              <a:rPr altLang="en-GB" lang="en-US">
                <a:solidFill>
                  <a:srgbClr val="FFFFFF"/>
                </a:solidFill>
              </a:rPr>
              <a:t>Example</a:t>
            </a:r>
            <a:endParaRPr lang="en-GB">
              <a:solidFill>
                <a:srgbClr val="FFFFFF"/>
              </a:solidFill>
            </a:endParaRPr>
          </a:p>
        </p:txBody>
      </p:sp>
      <p:sp>
        <p:nvSpPr>
          <p:cNvPr id="1048639" name=""/>
          <p:cNvSpPr>
            <a:spLocks noGrp="1"/>
          </p:cNvSpPr>
          <p:nvPr>
            <p:ph idx="1" hasCustomPrompt="1"/>
          </p:nvPr>
        </p:nvSpPr>
        <p:spPr>
          <a:xfrm>
            <a:off x="838200" y="1825625"/>
            <a:ext cx="10515600" cy="3486871"/>
          </a:xfrm>
        </p:spPr>
        <p:txBody>
          <a:bodyPr/>
          <a:p>
            <a:pPr>
              <a:buFont typeface="Wingdings" charset="2"/>
              <a:buChar char="¨"/>
            </a:pPr>
            <a:r>
              <a:rPr lang="en-GB">
                <a:solidFill>
                  <a:srgbClr val="FFFFFF"/>
                </a:solidFill>
              </a:rPr>
              <a:t>Suppose the user process's size is 2048KB and is a standard hard disk where swapping has a data transfer rate of 1Mbps. Now we will calculate how long it will take to transfer from main memory to secondary memory.</a:t>
            </a:r>
            <a:endParaRPr lang="en-GB">
              <a:solidFill>
                <a:srgbClr val="FFFFFF"/>
              </a:solidFill>
            </a:endParaRPr>
          </a:p>
          <a:p>
            <a:pPr>
              <a:buFont typeface="Wingdings" charset="2"/>
              <a:buChar char="¨"/>
            </a:pPr>
            <a:endParaRPr lang="en-GB">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40" name=""/>
          <p:cNvSpPr>
            <a:spLocks noGrp="1"/>
          </p:cNvSpPr>
          <p:nvPr>
            <p:ph type="title" hasCustomPrompt="1"/>
          </p:nvPr>
        </p:nvSpPr>
        <p:spPr/>
        <p:txBody>
          <a:bodyPr/>
          <a:p>
            <a:r>
              <a:rPr altLang="en-GB" lang="en-US">
                <a:solidFill>
                  <a:srgbClr val="FFFFFF"/>
                </a:solidFill>
              </a:rPr>
              <a:t>A</a:t>
            </a:r>
            <a:r>
              <a:rPr altLang="en-GB" lang="en-US">
                <a:solidFill>
                  <a:srgbClr val="FFFFFF"/>
                </a:solidFill>
              </a:rPr>
              <a:t>n</a:t>
            </a:r>
            <a:r>
              <a:rPr altLang="en-GB" lang="en-US">
                <a:solidFill>
                  <a:srgbClr val="FFFFFF"/>
                </a:solidFill>
              </a:rPr>
              <a:t>s</a:t>
            </a:r>
            <a:r>
              <a:rPr altLang="en-GB" lang="en-US">
                <a:solidFill>
                  <a:srgbClr val="FFFFFF"/>
                </a:solidFill>
              </a:rPr>
              <a:t>w</a:t>
            </a:r>
            <a:r>
              <a:rPr altLang="en-GB" lang="en-US">
                <a:solidFill>
                  <a:srgbClr val="FFFFFF"/>
                </a:solidFill>
              </a:rPr>
              <a:t>e</a:t>
            </a:r>
            <a:r>
              <a:rPr altLang="en-GB" lang="en-US">
                <a:solidFill>
                  <a:srgbClr val="FFFFFF"/>
                </a:solidFill>
              </a:rPr>
              <a:t>r</a:t>
            </a:r>
            <a:endParaRPr lang="en-GB">
              <a:solidFill>
                <a:srgbClr val="FFFFFF"/>
              </a:solidFill>
            </a:endParaRPr>
          </a:p>
        </p:txBody>
      </p:sp>
      <p:sp>
        <p:nvSpPr>
          <p:cNvPr id="1048641" name=""/>
          <p:cNvSpPr>
            <a:spLocks noGrp="1"/>
          </p:cNvSpPr>
          <p:nvPr>
            <p:ph idx="1" hasCustomPrompt="1"/>
          </p:nvPr>
        </p:nvSpPr>
        <p:spPr/>
        <p:txBody>
          <a:bodyPr/>
          <a:p>
            <a:pPr algn="l" indent="0" marL="0">
              <a:buNone/>
            </a:pPr>
            <a:r>
              <a:rPr sz="2400" lang="en-GB">
                <a:solidFill>
                  <a:srgbClr val="FFFFFF"/>
                </a:solidFill>
                <a:effectLst/>
              </a:rPr>
              <a:t>User process size is 2048Kb  </a:t>
            </a:r>
            <a:endParaRPr sz="2400" lang="en-GB">
              <a:solidFill>
                <a:srgbClr val="FFFFFF"/>
              </a:solidFill>
              <a:effectLst/>
            </a:endParaRPr>
          </a:p>
          <a:p>
            <a:pPr algn="l" indent="0" marL="0">
              <a:buNone/>
            </a:pPr>
            <a:r>
              <a:rPr sz="2400" lang="en-GB">
                <a:solidFill>
                  <a:srgbClr val="FFFFFF"/>
                </a:solidFill>
                <a:effectLst/>
              </a:rPr>
              <a:t>Data transfer rate is 1Mbps = 1024 kbps  </a:t>
            </a:r>
            <a:endParaRPr sz="2400" lang="en-GB">
              <a:solidFill>
                <a:srgbClr val="FFFFFF"/>
              </a:solidFill>
              <a:effectLst/>
            </a:endParaRPr>
          </a:p>
          <a:p>
            <a:pPr algn="l" indent="0" marL="0">
              <a:buNone/>
            </a:pPr>
            <a:r>
              <a:rPr sz="2400" lang="en-GB">
                <a:solidFill>
                  <a:srgbClr val="FFFFFF"/>
                </a:solidFill>
                <a:effectLst/>
              </a:rPr>
              <a:t>Time = process size / transfer rate  </a:t>
            </a:r>
            <a:endParaRPr sz="2400" lang="en-GB">
              <a:solidFill>
                <a:srgbClr val="FFFFFF"/>
              </a:solidFill>
              <a:effectLst/>
            </a:endParaRPr>
          </a:p>
          <a:p>
            <a:pPr algn="l" indent="0" marL="0">
              <a:buNone/>
            </a:pPr>
            <a:r>
              <a:rPr sz="2400" lang="en-GB">
                <a:solidFill>
                  <a:srgbClr val="FFFFFF"/>
                </a:solidFill>
                <a:effectLst/>
              </a:rPr>
              <a:t>     = 2048 / 1024  </a:t>
            </a:r>
            <a:endParaRPr sz="2400" lang="en-GB">
              <a:solidFill>
                <a:srgbClr val="FFFFFF"/>
              </a:solidFill>
              <a:effectLst/>
            </a:endParaRPr>
          </a:p>
          <a:p>
            <a:pPr algn="l" indent="0" marL="0">
              <a:buNone/>
            </a:pPr>
            <a:r>
              <a:rPr sz="2400" lang="en-GB">
                <a:solidFill>
                  <a:srgbClr val="FFFFFF"/>
                </a:solidFill>
                <a:effectLst/>
              </a:rPr>
              <a:t>     = 2 seconds  </a:t>
            </a:r>
            <a:endParaRPr sz="2400" lang="en-GB">
              <a:solidFill>
                <a:srgbClr val="FFFFFF"/>
              </a:solidFill>
              <a:effectLst/>
            </a:endParaRPr>
          </a:p>
          <a:p>
            <a:pPr algn="l" indent="0" marL="0">
              <a:buNone/>
            </a:pPr>
            <a:r>
              <a:rPr sz="2400" lang="en-GB">
                <a:solidFill>
                  <a:srgbClr val="FFFFFF"/>
                </a:solidFill>
                <a:effectLst/>
              </a:rPr>
              <a:t>     = 2000 milliseconds  </a:t>
            </a:r>
            <a:endParaRPr sz="2400" lang="en-GB">
              <a:solidFill>
                <a:srgbClr val="FFFFFF"/>
              </a:solidFill>
              <a:effectLst/>
            </a:endParaRPr>
          </a:p>
          <a:p>
            <a:pPr algn="l" indent="0" marL="0">
              <a:buNone/>
            </a:pPr>
            <a:r>
              <a:rPr sz="2400" lang="en-GB">
                <a:solidFill>
                  <a:srgbClr val="FFFFFF"/>
                </a:solidFill>
                <a:effectLst/>
              </a:rPr>
              <a:t>Now taking swap-in and swap-out time, the process will take 4000 milliseconds</a:t>
            </a:r>
            <a:endParaRPr sz="2400" lang="en-GB">
              <a:solidFill>
                <a:srgbClr val="FFFFFF"/>
              </a:solidFill>
              <a:effectL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p:grpSpPr>
      <p:sp>
        <p:nvSpPr>
          <p:cNvPr id="1048642" name="文本框 4"/>
          <p:cNvSpPr txBox="1"/>
          <p:nvPr/>
        </p:nvSpPr>
        <p:spPr>
          <a:xfrm>
            <a:off x="3971925" y="1822450"/>
            <a:ext cx="1605279" cy="3063240"/>
          </a:xfrm>
          <a:prstGeom prst="rect"/>
          <a:noFill/>
          <a:ln w="9525">
            <a:noFill/>
          </a:ln>
        </p:spPr>
        <p:txBody>
          <a:bodyPr anchor="t" anchorCtr="0" wrap="none">
            <a:spAutoFit/>
          </a:bodyPr>
          <a:p>
            <a:r>
              <a:rPr altLang="zh-CN" b="1" dirty="0" sz="19900" lang="en-US">
                <a:solidFill>
                  <a:schemeClr val="bg1"/>
                </a:solidFill>
                <a:latin typeface="Arial" panose="020B0604020202020204" pitchFamily="34" charset="0"/>
                <a:ea typeface="宋体" panose="02010600030101010101" pitchFamily="2" charset="-122"/>
              </a:rPr>
              <a:t>4</a:t>
            </a:r>
            <a:endParaRPr altLang="en-US" b="1" dirty="0" sz="19900" lang="zh-CN">
              <a:solidFill>
                <a:schemeClr val="bg1"/>
              </a:solidFill>
              <a:latin typeface="Arial" panose="020B0604020202020204" pitchFamily="34" charset="0"/>
              <a:ea typeface="Arial" panose="020B0604020202020204" pitchFamily="34" charset="0"/>
            </a:endParaRPr>
          </a:p>
        </p:txBody>
      </p:sp>
      <p:sp>
        <p:nvSpPr>
          <p:cNvPr id="1048643" name="文本框 34"/>
          <p:cNvSpPr txBox="1"/>
          <p:nvPr/>
        </p:nvSpPr>
        <p:spPr>
          <a:xfrm>
            <a:off x="5837238" y="3840163"/>
            <a:ext cx="2392680" cy="574040"/>
          </a:xfrm>
          <a:prstGeom prst="rect"/>
          <a:noFill/>
          <a:ln w="9525">
            <a:noFill/>
          </a:ln>
        </p:spPr>
        <p:txBody>
          <a:bodyPr anchor="t" anchorCtr="0" wrap="none">
            <a:spAutoFit/>
          </a:bodyPr>
          <a:p>
            <a:pPr algn="ctr"/>
            <a:r>
              <a:rPr altLang="en-GB" dirty="0" sz="3200" lang="en-US">
                <a:solidFill>
                  <a:schemeClr val="bg1"/>
                </a:solidFill>
                <a:latin typeface="Arial" panose="020B0604020202020204" pitchFamily="34" charset="0"/>
                <a:ea typeface="宋体" panose="02010600030101010101" pitchFamily="2" charset="-122"/>
              </a:rPr>
              <a:t>C</a:t>
            </a:r>
            <a:r>
              <a:rPr altLang="en-GB" dirty="0" sz="3200" lang="en-US">
                <a:solidFill>
                  <a:schemeClr val="bg1"/>
                </a:solidFill>
                <a:latin typeface="Arial" panose="020B0604020202020204" pitchFamily="34" charset="0"/>
                <a:ea typeface="宋体" panose="02010600030101010101" pitchFamily="2" charset="-122"/>
              </a:rPr>
              <a:t>o</a:t>
            </a:r>
            <a:r>
              <a:rPr altLang="en-GB" dirty="0" sz="3200" lang="en-US">
                <a:solidFill>
                  <a:schemeClr val="bg1"/>
                </a:solidFill>
                <a:latin typeface="Arial" panose="020B0604020202020204" pitchFamily="34" charset="0"/>
                <a:ea typeface="宋体" panose="02010600030101010101" pitchFamily="2" charset="-122"/>
              </a:rPr>
              <a:t>m</a:t>
            </a:r>
            <a:r>
              <a:rPr altLang="en-GB" dirty="0" sz="3200" lang="en-US">
                <a:solidFill>
                  <a:schemeClr val="bg1"/>
                </a:solidFill>
                <a:latin typeface="Arial" panose="020B0604020202020204" pitchFamily="34" charset="0"/>
                <a:ea typeface="宋体" panose="02010600030101010101" pitchFamily="2" charset="-122"/>
              </a:rPr>
              <a:t>p</a:t>
            </a:r>
            <a:r>
              <a:rPr altLang="en-GB" dirty="0" sz="3200" lang="en-US">
                <a:solidFill>
                  <a:schemeClr val="bg1"/>
                </a:solidFill>
                <a:latin typeface="Arial" panose="020B0604020202020204" pitchFamily="34" charset="0"/>
                <a:ea typeface="宋体" panose="02010600030101010101" pitchFamily="2" charset="-122"/>
              </a:rPr>
              <a:t>a</a:t>
            </a:r>
            <a:r>
              <a:rPr altLang="en-GB" dirty="0" sz="3200" lang="en-US">
                <a:solidFill>
                  <a:schemeClr val="bg1"/>
                </a:solidFill>
                <a:latin typeface="Arial" panose="020B0604020202020204" pitchFamily="34" charset="0"/>
                <a:ea typeface="宋体" panose="02010600030101010101" pitchFamily="2" charset="-122"/>
              </a:rPr>
              <a:t>r</a:t>
            </a:r>
            <a:r>
              <a:rPr altLang="en-GB" dirty="0" sz="3200" lang="en-US">
                <a:solidFill>
                  <a:schemeClr val="bg1"/>
                </a:solidFill>
                <a:latin typeface="Arial" panose="020B0604020202020204" pitchFamily="34" charset="0"/>
                <a:ea typeface="宋体" panose="02010600030101010101" pitchFamily="2" charset="-122"/>
              </a:rPr>
              <a:t>i</a:t>
            </a:r>
            <a:r>
              <a:rPr altLang="en-GB" dirty="0" sz="3200" lang="en-US">
                <a:solidFill>
                  <a:schemeClr val="bg1"/>
                </a:solidFill>
                <a:latin typeface="Arial" panose="020B0604020202020204" pitchFamily="34" charset="0"/>
                <a:ea typeface="宋体" panose="02010600030101010101" pitchFamily="2" charset="-122"/>
              </a:rPr>
              <a:t>son</a:t>
            </a:r>
            <a:endParaRPr altLang="en-US" dirty="0" sz="3200" lang="zh-CN">
              <a:solidFill>
                <a:schemeClr val="bg1"/>
              </a:solidFill>
              <a:latin typeface="Arial" panose="020B0604020202020204" pitchFamily="34" charset="0"/>
              <a:ea typeface="Arial" panose="020B0604020202020204" pitchFamily="34" charset="0"/>
            </a:endParaRPr>
          </a:p>
        </p:txBody>
      </p:sp>
      <p:sp>
        <p:nvSpPr>
          <p:cNvPr id="1048644" name="等腰三角形 7"/>
          <p:cNvSpPr/>
          <p:nvPr/>
        </p:nvSpPr>
        <p:spPr>
          <a:xfrm rot="10800000">
            <a:off x="7002463" y="0"/>
            <a:ext cx="3008313" cy="2593975"/>
          </a:xfrm>
          <a:prstGeom prst="triangle"/>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45" name="等腰三角形 37"/>
          <p:cNvSpPr/>
          <p:nvPr/>
        </p:nvSpPr>
        <p:spPr>
          <a:xfrm>
            <a:off x="1452563" y="4264025"/>
            <a:ext cx="3008313" cy="2593975"/>
          </a:xfrm>
          <a:prstGeom prst="triangle"/>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46" name="直角三角形 13"/>
          <p:cNvSpPr/>
          <p:nvPr/>
        </p:nvSpPr>
        <p:spPr>
          <a:xfrm rot="10800000" flipH="1">
            <a:off x="8499475" y="-9525"/>
            <a:ext cx="1511300" cy="2603500"/>
          </a:xfrm>
          <a:prstGeom prst="rtTriangle"/>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47" name="直角三角形 39"/>
          <p:cNvSpPr/>
          <p:nvPr/>
        </p:nvSpPr>
        <p:spPr>
          <a:xfrm flipH="1">
            <a:off x="1446213" y="4241800"/>
            <a:ext cx="1512888" cy="2601913"/>
          </a:xfrm>
          <a:prstGeom prst="rtTriangle"/>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48" name=""/>
          <p:cNvSpPr>
            <a:spLocks noGrp="1"/>
          </p:cNvSpPr>
          <p:nvPr>
            <p:ph type="title" hasCustomPrompt="1"/>
          </p:nvPr>
        </p:nvSpPr>
        <p:spPr/>
        <p:txBody>
          <a:bodyPr/>
          <a:p>
            <a:r>
              <a:rPr lang="en-GB">
                <a:solidFill>
                  <a:srgbClr val="FFFFFF"/>
                </a:solidFill>
              </a:rPr>
              <a:t>Advantages of Swapping</a:t>
            </a:r>
            <a:endParaRPr lang="en-GB">
              <a:solidFill>
                <a:srgbClr val="FFFFFF"/>
              </a:solidFill>
            </a:endParaRPr>
          </a:p>
        </p:txBody>
      </p:sp>
      <p:sp>
        <p:nvSpPr>
          <p:cNvPr id="1048649" name=""/>
          <p:cNvSpPr>
            <a:spLocks noGrp="1"/>
          </p:cNvSpPr>
          <p:nvPr>
            <p:ph idx="1" hasCustomPrompt="1"/>
          </p:nvPr>
        </p:nvSpPr>
        <p:spPr/>
        <p:txBody>
          <a:bodyPr/>
          <a:p>
            <a:pPr>
              <a:buFont typeface="Wingdings" charset="2"/>
              <a:buChar char="¡"/>
            </a:pPr>
            <a:r>
              <a:rPr lang="en-GB">
                <a:solidFill>
                  <a:srgbClr val="FFFFFF"/>
                </a:solidFill>
              </a:rPr>
              <a:t>The process helps the CPU to manage multiple processes within the same main memory.</a:t>
            </a:r>
            <a:endParaRPr lang="en-GB">
              <a:solidFill>
                <a:srgbClr val="FFFFFF"/>
              </a:solidFill>
            </a:endParaRPr>
          </a:p>
          <a:p>
            <a:pPr>
              <a:buFont typeface="Wingdings" charset="2"/>
              <a:buChar char="¡"/>
            </a:pPr>
            <a:r>
              <a:rPr lang="en-GB">
                <a:solidFill>
                  <a:srgbClr val="FFFFFF"/>
                </a:solidFill>
              </a:rPr>
              <a:t>The method helps to create and use Virtual Memory.</a:t>
            </a:r>
            <a:endParaRPr lang="en-GB">
              <a:solidFill>
                <a:srgbClr val="FFFFFF"/>
              </a:solidFill>
            </a:endParaRPr>
          </a:p>
          <a:p>
            <a:pPr>
              <a:buFont typeface="Wingdings" charset="2"/>
              <a:buChar char="¡"/>
            </a:pPr>
            <a:r>
              <a:rPr lang="en-GB">
                <a:solidFill>
                  <a:srgbClr val="FFFFFF"/>
                </a:solidFill>
              </a:rPr>
              <a:t>The method is economical.</a:t>
            </a:r>
            <a:endParaRPr lang="en-GB">
              <a:solidFill>
                <a:srgbClr val="FFFFFF"/>
              </a:solidFill>
            </a:endParaRPr>
          </a:p>
          <a:p>
            <a:pPr>
              <a:buFont typeface="Wingdings" charset="2"/>
              <a:buChar char="¡"/>
            </a:pPr>
            <a:r>
              <a:rPr lang="en-GB">
                <a:solidFill>
                  <a:srgbClr val="FFFFFF"/>
                </a:solidFill>
              </a:rPr>
              <a:t>Swapping makes a CPU perform several tasks simultaneously. Hence, processes do not have to wait for too long before they are executed.</a:t>
            </a:r>
            <a:endParaRPr lang="en-GB">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50" name=""/>
          <p:cNvSpPr>
            <a:spLocks noGrp="1"/>
          </p:cNvSpPr>
          <p:nvPr>
            <p:ph type="title" hasCustomPrompt="1"/>
          </p:nvPr>
        </p:nvSpPr>
        <p:spPr/>
        <p:txBody>
          <a:bodyPr/>
          <a:p>
            <a:r>
              <a:rPr lang="en-GB">
                <a:solidFill>
                  <a:srgbClr val="FFFFFF"/>
                </a:solidFill>
              </a:rPr>
              <a:t>Disadvantages of Swapping</a:t>
            </a:r>
            <a:endParaRPr lang="en-GB">
              <a:solidFill>
                <a:srgbClr val="FFFFFF"/>
              </a:solidFill>
            </a:endParaRPr>
          </a:p>
        </p:txBody>
      </p:sp>
      <p:sp>
        <p:nvSpPr>
          <p:cNvPr id="1048651" name=""/>
          <p:cNvSpPr>
            <a:spLocks noGrp="1"/>
          </p:cNvSpPr>
          <p:nvPr>
            <p:ph idx="1" hasCustomPrompt="1"/>
          </p:nvPr>
        </p:nvSpPr>
        <p:spPr/>
        <p:txBody>
          <a:bodyPr/>
          <a:p>
            <a:pPr>
              <a:buFont typeface="Wingdings" charset="2"/>
              <a:buChar char="¡"/>
            </a:pPr>
            <a:r>
              <a:rPr lang="en-GB">
                <a:solidFill>
                  <a:srgbClr val="FFFFFF"/>
                </a:solidFill>
              </a:rPr>
              <a:t>In the case of heavy swapping activity, if the computer system loses power, the user might lose all the information related to the program.</a:t>
            </a:r>
            <a:endParaRPr lang="en-GB">
              <a:solidFill>
                <a:srgbClr val="FFFFFF"/>
              </a:solidFill>
            </a:endParaRPr>
          </a:p>
          <a:p>
            <a:pPr>
              <a:buFont typeface="Wingdings" charset="2"/>
              <a:buChar char="¡"/>
            </a:pPr>
            <a:r>
              <a:rPr lang="en-GB">
                <a:solidFill>
                  <a:srgbClr val="FFFFFF"/>
                </a:solidFill>
              </a:rPr>
              <a:t>If the swapping algorithm is not good, the overall method can increase the number of page faults and decline the overall processing performance.</a:t>
            </a:r>
            <a:endParaRPr lang="en-GB">
              <a:solidFill>
                <a:srgbClr val="FFFFFF"/>
              </a:solidFill>
            </a:endParaRPr>
          </a:p>
          <a:p>
            <a:pPr>
              <a:buFont typeface="Wingdings" charset="2"/>
              <a:buChar char="¡"/>
            </a:pPr>
            <a:r>
              <a:rPr lang="en-GB">
                <a:solidFill>
                  <a:srgbClr val="FFFFFF"/>
                </a:solidFill>
              </a:rPr>
              <a:t>Inefficiency may arise in the case where a resources or a variable is commonly used by the processes which are participating in the swapping process.</a:t>
            </a:r>
            <a:endParaRPr lang="en-GB">
              <a:solidFill>
                <a:srgbClr val="FFFF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p:grpSpPr>
      <p:sp>
        <p:nvSpPr>
          <p:cNvPr id="1048652" name="矩形 9"/>
          <p:cNvSpPr/>
          <p:nvPr/>
        </p:nvSpPr>
        <p:spPr>
          <a:xfrm>
            <a:off x="0" y="2786063"/>
            <a:ext cx="2960688" cy="652463"/>
          </a:xfrm>
          <a:prstGeom prst="rect"/>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53" name="任意多边形 20"/>
          <p:cNvSpPr/>
          <p:nvPr/>
        </p:nvSpPr>
        <p:spPr>
          <a:xfrm>
            <a:off x="8331200" y="3411538"/>
            <a:ext cx="3860800" cy="1233488"/>
          </a:xfrm>
          <a:custGeom>
            <a:avLst/>
            <a:gdLst>
              <a:gd name="connsiteX0" fmla="*/ 1422400 w 3759200"/>
              <a:gd name="connsiteY0" fmla="*/ 0 h 1799772"/>
              <a:gd name="connsiteX1" fmla="*/ 3759200 w 3759200"/>
              <a:gd name="connsiteY1" fmla="*/ 0 h 1799772"/>
              <a:gd name="connsiteX2" fmla="*/ 3759200 w 3759200"/>
              <a:gd name="connsiteY2" fmla="*/ 899886 h 1799772"/>
              <a:gd name="connsiteX3" fmla="*/ 2336800 w 3759200"/>
              <a:gd name="connsiteY3" fmla="*/ 899886 h 1799772"/>
              <a:gd name="connsiteX4" fmla="*/ 2336800 w 3759200"/>
              <a:gd name="connsiteY4" fmla="*/ 1799772 h 1799772"/>
              <a:gd name="connsiteX5" fmla="*/ 0 w 3759200"/>
              <a:gd name="connsiteY5" fmla="*/ 1799772 h 1799772"/>
              <a:gd name="connsiteX6" fmla="*/ 0 w 3759200"/>
              <a:gd name="connsiteY6" fmla="*/ 899886 h 1799772"/>
              <a:gd name="connsiteX7" fmla="*/ 1422400 w 3759200"/>
              <a:gd name="connsiteY7" fmla="*/ 899886 h 179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9200" h="1799772">
                <a:moveTo>
                  <a:pt x="1422400" y="0"/>
                </a:moveTo>
                <a:lnTo>
                  <a:pt x="3759200" y="0"/>
                </a:lnTo>
                <a:lnTo>
                  <a:pt x="3759200" y="899886"/>
                </a:lnTo>
                <a:lnTo>
                  <a:pt x="2336800" y="899886"/>
                </a:lnTo>
                <a:lnTo>
                  <a:pt x="2336800" y="1799772"/>
                </a:lnTo>
                <a:lnTo>
                  <a:pt x="0" y="1799772"/>
                </a:lnTo>
                <a:lnTo>
                  <a:pt x="0" y="899886"/>
                </a:lnTo>
                <a:lnTo>
                  <a:pt x="1422400" y="899886"/>
                </a:lnTo>
                <a:close/>
              </a:path>
            </a:pathLst>
          </a:cu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54" name="文本框 11"/>
          <p:cNvSpPr txBox="1"/>
          <p:nvPr/>
        </p:nvSpPr>
        <p:spPr>
          <a:xfrm>
            <a:off x="3446463" y="2633663"/>
            <a:ext cx="4145281" cy="1285240"/>
          </a:xfrm>
          <a:prstGeom prst="rect"/>
          <a:noFill/>
          <a:ln w="9525">
            <a:noFill/>
          </a:ln>
        </p:spPr>
        <p:txBody>
          <a:bodyPr anchor="t" anchorCtr="0" wrap="none">
            <a:spAutoFit/>
          </a:bodyPr>
          <a:p>
            <a:r>
              <a:rPr altLang="zh-CN" b="1" dirty="0" sz="8000" lang="en-US">
                <a:solidFill>
                  <a:schemeClr val="bg1"/>
                </a:solidFill>
                <a:latin typeface="Arial" panose="020B0604020202020204" pitchFamily="34" charset="0"/>
                <a:ea typeface="宋体" panose="02010600030101010101" pitchFamily="2" charset="-122"/>
              </a:rPr>
              <a:t>THANKS</a:t>
            </a:r>
            <a:endParaRPr altLang="en-US" b="1" dirty="0" sz="8000" lang="zh-CN">
              <a:solidFill>
                <a:schemeClr val="bg1"/>
              </a:solidFill>
              <a:latin typeface="Arial" panose="020B0604020202020204" pitchFamily="34" charset="0"/>
              <a:ea typeface="Arial" panose="020B0604020202020204" pitchFamily="34" charset="0"/>
            </a:endParaRPr>
          </a:p>
        </p:txBody>
      </p:sp>
      <p:sp>
        <p:nvSpPr>
          <p:cNvPr id="1048655" name="矩形 15"/>
          <p:cNvSpPr/>
          <p:nvPr/>
        </p:nvSpPr>
        <p:spPr>
          <a:xfrm>
            <a:off x="0" y="2786063"/>
            <a:ext cx="2960688" cy="349250"/>
          </a:xfrm>
          <a:prstGeom prst="rect"/>
          <a:solidFill>
            <a:srgbClr val="30302F">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56" name="矩形 25"/>
          <p:cNvSpPr/>
          <p:nvPr/>
        </p:nvSpPr>
        <p:spPr>
          <a:xfrm>
            <a:off x="8331200" y="4340225"/>
            <a:ext cx="2438400" cy="304800"/>
          </a:xfrm>
          <a:prstGeom prst="rect"/>
          <a:solidFill>
            <a:srgbClr val="30302F">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
        <p:nvSpPr>
          <p:cNvPr id="1048657" name="矩形 26"/>
          <p:cNvSpPr/>
          <p:nvPr/>
        </p:nvSpPr>
        <p:spPr>
          <a:xfrm>
            <a:off x="9550400" y="3403600"/>
            <a:ext cx="2641600" cy="268288"/>
          </a:xfrm>
          <a:prstGeom prst="rect"/>
          <a:solidFill>
            <a:srgbClr val="30302F">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schemeClr val="lt1"/>
              </a:solidFill>
              <a:effectLst/>
              <a:uLnTx/>
              <a:uFillTx/>
              <a:latin typeface="+mn-lt"/>
              <a:ea typeface="+mn-ea"/>
              <a:cs typeface="+mn-cs"/>
            </a:endParaRPr>
          </a:p>
        </p:txBody>
      </p:sp>
    </p:spTree>
  </p:cSld>
  <p:clrMapOvr>
    <a:masterClrMapping/>
  </p:clrMapOvr>
</p:sld>
</file>

<file path=ppt/theme/theme1.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Presentation</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演示文稿</dc:title>
  <dc:creator>Administrator</dc:creator>
  <cp:lastModifiedBy>a05</cp:lastModifiedBy>
  <dcterms:created xsi:type="dcterms:W3CDTF">2015-07-03T20:57:46Z</dcterms:created>
  <dcterms:modified xsi:type="dcterms:W3CDTF">2023-01-10T06:52:41Z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1033-11.2.0.10351</vt:lpwstr>
  </property>
  <property fmtid="{D5CDD505-2E9C-101B-9397-08002B2CF9AE}" pid="3" name="ICV">
    <vt:lpwstr>ef100563a30f407488d600cb39ed614b</vt:lpwstr>
  </property>
</Properties>
</file>