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handoutMasterIdLst>
    <p:handoutMasterId r:id="rId30"/>
  </p:handoutMasterIdLst>
  <p:sldIdLst>
    <p:sldId id="257" r:id="rId3"/>
    <p:sldId id="258" r:id="rId4"/>
    <p:sldId id="259" r:id="rId5"/>
    <p:sldId id="268" r:id="rId6"/>
    <p:sldId id="270" r:id="rId7"/>
    <p:sldId id="302" r:id="rId8"/>
    <p:sldId id="281" r:id="rId9"/>
    <p:sldId id="285" r:id="rId10"/>
    <p:sldId id="271" r:id="rId11"/>
    <p:sldId id="272" r:id="rId12"/>
    <p:sldId id="273" r:id="rId13"/>
    <p:sldId id="303" r:id="rId14"/>
    <p:sldId id="304" r:id="rId15"/>
    <p:sldId id="277" r:id="rId16"/>
    <p:sldId id="279" r:id="rId17"/>
    <p:sldId id="280" r:id="rId18"/>
    <p:sldId id="282" r:id="rId19"/>
    <p:sldId id="283" r:id="rId20"/>
    <p:sldId id="284" r:id="rId21"/>
    <p:sldId id="289" r:id="rId22"/>
    <p:sldId id="290" r:id="rId23"/>
    <p:sldId id="292" r:id="rId24"/>
    <p:sldId id="293" r:id="rId25"/>
    <p:sldId id="294" r:id="rId26"/>
    <p:sldId id="305" r:id="rId27"/>
    <p:sldId id="269" r:id="rId2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defPPr>
    <a:lvl1pPr marL="0" marR="0" indent="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latin typeface="Helvetica Neue"/>
        <a:ea typeface="Helvetica Neue"/>
        <a:cs typeface="Helvetica Neue"/>
        <a:sym typeface="Helvetica Neue"/>
      </a:defRPr>
    </a:lvl1pPr>
    <a:lvl2pPr marL="0" marR="0" indent="228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latin typeface="Helvetica Neue"/>
        <a:ea typeface="Helvetica Neue"/>
        <a:cs typeface="Helvetica Neue"/>
        <a:sym typeface="Helvetica Neue"/>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43"/>
    <p:restoredTop sz="94653"/>
  </p:normalViewPr>
  <p:slideViewPr>
    <p:cSldViewPr snapToGrid="0" snapToObjects="1">
      <p:cViewPr>
        <p:scale>
          <a:sx n="31" d="100"/>
          <a:sy n="31" d="100"/>
        </p:scale>
        <p:origin x="1832" y="18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handoutMaster" Target="handoutMasters/handoutMaster1.xml"/><Relationship Id="rId3" Type="http://schemas.openxmlformats.org/officeDocument/2006/relationships/slide" Target="slides/slide1.xml"/><Relationship Id="rId29" Type="http://schemas.openxmlformats.org/officeDocument/2006/relationships/notesMaster" Target="notesMasters/notesMaster1.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51" name=""/>
        <p:cNvGrpSpPr/>
        <p:nvPr/>
      </p:nvGrpSpPr>
      <p:grpSpPr>
        <a:xfrm>
          <a:off x="0" y="0"/>
          <a:ext cx="0" cy="0"/>
          <a:chOff x="0" y="0"/>
          <a:chExt cx="0" cy="0"/>
        </a:xfrm>
      </p:grpSpPr>
      <p:sp>
        <p:nvSpPr>
          <p:cNvPr id="1048753"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754"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1048755"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756"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50" name=""/>
        <p:cNvGrpSpPr/>
        <p:nvPr/>
      </p:nvGrpSpPr>
      <p:grpSpPr>
        <a:xfrm>
          <a:off x="0" y="0"/>
          <a:ext cx="0" cy="0"/>
          <a:chOff x="0" y="0"/>
          <a:chExt cx="0" cy="0"/>
        </a:xfrm>
      </p:grpSpPr>
      <p:sp>
        <p:nvSpPr>
          <p:cNvPr id="1048751" name="Shape 26"/>
          <p:cNvSpPr>
            <a:spLocks noGrp="1" noRot="1" noChangeAspect="1"/>
          </p:cNvSpPr>
          <p:nvPr>
            <p:ph type="sldImg"/>
          </p:nvPr>
        </p:nvSpPr>
        <p:spPr>
          <a:xfrm>
            <a:off x="1143000" y="685800"/>
            <a:ext cx="4572000" cy="3429000"/>
          </a:xfrm>
          <a:prstGeom prst="rect">
            <a:avLst/>
          </a:prstGeom>
        </p:spPr>
        <p:txBody>
          <a:bodyPr/>
          <a:p/>
        </p:txBody>
      </p:sp>
      <p:sp>
        <p:nvSpPr>
          <p:cNvPr id="1048752" name="Shape 27"/>
          <p:cNvSpPr>
            <a:spLocks noGrp="1"/>
          </p:cNvSpPr>
          <p:nvPr>
            <p:ph type="body" sz="quarter" idx="1"/>
          </p:nvPr>
        </p:nvSpPr>
        <p:spPr>
          <a:xfrm>
            <a:off x="914400" y="4343400"/>
            <a:ext cx="5029200" cy="4114800"/>
          </a:xfrm>
          <a:prstGeom prst="rect">
            <a:avLst/>
          </a:prstGeom>
        </p:spPr>
        <p:txBody>
          <a:bodyPr/>
          <a:p/>
        </p:txBody>
      </p:sp>
    </p:spTree>
  </p:cSld>
  <p:clrMap bg1="lt1" tx1="dk1" bg2="lt2" tx2="dk2" accent1="accent1" accent2="accent2" accent3="accent3" accent4="accent4" accent5="accent5" accent6="accent6" hlink="hlink" folHlink="folHlink"/>
  <p:notesStyle>
    <a:lvl1pPr defTabSz="457200" latinLnBrk="0">
      <a:lnSpc>
        <a:spcPct val="118000"/>
      </a:lnSpc>
      <a:defRPr sz="2200">
        <a:latin typeface="Calibri" panose="020F0502020204030204" charset="0"/>
        <a:ea typeface="Calibri" panose="020F0502020204030204" charset="0"/>
        <a:cs typeface="Calibri" panose="020F0502020204030204" charset="0"/>
        <a:sym typeface="Helvetica Neue"/>
      </a:defRPr>
    </a:lvl1pPr>
    <a:lvl2pPr indent="228600" defTabSz="457200" latinLnBrk="0">
      <a:lnSpc>
        <a:spcPct val="118000"/>
      </a:lnSpc>
      <a:defRPr sz="2200">
        <a:latin typeface="Helvetica Neue"/>
        <a:ea typeface="Helvetica Neue"/>
        <a:cs typeface="Helvetica Neue"/>
        <a:sym typeface="Helvetica Neue"/>
      </a:defRPr>
    </a:lvl2pPr>
    <a:lvl3pPr indent="457200" defTabSz="457200" latinLnBrk="0">
      <a:lnSpc>
        <a:spcPct val="118000"/>
      </a:lnSpc>
      <a:defRPr sz="2200">
        <a:latin typeface="Helvetica Neue"/>
        <a:ea typeface="Helvetica Neue"/>
        <a:cs typeface="Helvetica Neue"/>
        <a:sym typeface="Helvetica Neue"/>
      </a:defRPr>
    </a:lvl3pPr>
    <a:lvl4pPr indent="685800" defTabSz="457200" latinLnBrk="0">
      <a:lnSpc>
        <a:spcPct val="118000"/>
      </a:lnSpc>
      <a:defRPr sz="2200">
        <a:latin typeface="Helvetica Neue"/>
        <a:ea typeface="Helvetica Neue"/>
        <a:cs typeface="Helvetica Neue"/>
        <a:sym typeface="Helvetica Neue"/>
      </a:defRPr>
    </a:lvl4pPr>
    <a:lvl5pPr indent="914400" defTabSz="457200" latinLnBrk="0">
      <a:lnSpc>
        <a:spcPct val="118000"/>
      </a:lnSpc>
      <a:defRPr sz="2200">
        <a:latin typeface="Helvetica Neue"/>
        <a:ea typeface="Helvetica Neue"/>
        <a:cs typeface="Helvetica Neue"/>
        <a:sym typeface="Helvetica Neue"/>
      </a:defRPr>
    </a:lvl5pPr>
    <a:lvl6pPr indent="1143000" defTabSz="457200" latinLnBrk="0">
      <a:lnSpc>
        <a:spcPct val="118000"/>
      </a:lnSpc>
      <a:defRPr sz="2200">
        <a:latin typeface="Helvetica Neue"/>
        <a:ea typeface="Helvetica Neue"/>
        <a:cs typeface="Helvetica Neue"/>
        <a:sym typeface="Helvetica Neue"/>
      </a:defRPr>
    </a:lvl6pPr>
    <a:lvl7pPr indent="1371600" defTabSz="457200" latinLnBrk="0">
      <a:lnSpc>
        <a:spcPct val="118000"/>
      </a:lnSpc>
      <a:defRPr sz="2200">
        <a:latin typeface="Helvetica Neue"/>
        <a:ea typeface="Helvetica Neue"/>
        <a:cs typeface="Helvetica Neue"/>
        <a:sym typeface="Helvetica Neue"/>
      </a:defRPr>
    </a:lvl7pPr>
    <a:lvl8pPr indent="1600200" defTabSz="457200" latinLnBrk="0">
      <a:lnSpc>
        <a:spcPct val="118000"/>
      </a:lnSpc>
      <a:defRPr sz="2200">
        <a:latin typeface="Helvetica Neue"/>
        <a:ea typeface="Helvetica Neue"/>
        <a:cs typeface="Helvetica Neue"/>
        <a:sym typeface="Helvetica Neue"/>
      </a:defRPr>
    </a:lvl8pPr>
    <a:lvl9pPr indent="1828800" defTabSz="457200" latinLnBrk="0">
      <a:lnSpc>
        <a:spcPct val="118000"/>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blank">
    <p:spTree>
      <p:nvGrpSpPr>
        <p:cNvPr id="17" name=""/>
        <p:cNvGrpSpPr/>
        <p:nvPr/>
      </p:nvGrpSpPr>
      <p:grpSpPr>
        <a:xfrm>
          <a:off x="0" y="0"/>
          <a:ext cx="0" cy="0"/>
          <a:chOff x="0" y="0"/>
          <a:chExt cx="0" cy="0"/>
        </a:xfrm>
      </p:grpSpPr>
      <p:sp>
        <p:nvSpPr>
          <p:cNvPr id="1048579" name="Номер слайда"/>
          <p:cNvSpPr txBox="1">
            <a:spLocks noGrp="1"/>
          </p:cNvSpPr>
          <p:nvPr>
            <p:ph type="sldNum" sz="quarter" idx="2"/>
          </p:nvPr>
        </p:nvSpPr>
        <p:spPr>
          <a:prstGeom prst="rect">
            <a:avLst/>
          </a:prstGeom>
        </p:spPr>
        <p:txBody>
          <a:bodyPr/>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 photo">
    <p:spTree>
      <p:nvGrpSpPr>
        <p:cNvPr id="29" name=""/>
        <p:cNvGrpSpPr/>
        <p:nvPr/>
      </p:nvGrpSpPr>
      <p:grpSpPr>
        <a:xfrm>
          <a:off x="0" y="0"/>
          <a:ext cx="0" cy="0"/>
          <a:chOff x="0" y="0"/>
          <a:chExt cx="0" cy="0"/>
        </a:xfrm>
      </p:grpSpPr>
      <p:sp>
        <p:nvSpPr>
          <p:cNvPr id="1048645" name="Номер слайда"/>
          <p:cNvSpPr txBox="1">
            <a:spLocks noGrp="1"/>
          </p:cNvSpPr>
          <p:nvPr>
            <p:ph type="sldNum" sz="quarter" idx="2"/>
          </p:nvPr>
        </p:nvSpPr>
        <p:spPr>
          <a:prstGeom prst="rect">
            <a:avLst/>
          </a:prstGeom>
        </p:spPr>
        <p:txBody>
          <a:bodyPr/>
          <a:p>
            <a:fld id="{86CB4B4D-7CA3-9044-876B-883B54F8677D}" type="slidenum">
              <a:rPr/>
            </a:fld>
            <a:endParaRPr/>
          </a:p>
        </p:txBody>
      </p:sp>
      <p:sp>
        <p:nvSpPr>
          <p:cNvPr id="1048646" name="Рисунок 2"/>
          <p:cNvSpPr>
            <a:spLocks noGrp="1"/>
          </p:cNvSpPr>
          <p:nvPr>
            <p:ph type="pic" sz="quarter" idx="10" hasCustomPrompt="1"/>
          </p:nvPr>
        </p:nvSpPr>
        <p:spPr>
          <a:xfrm>
            <a:off x="2843213" y="2524401"/>
            <a:ext cx="2862262" cy="2862263"/>
          </a:xfrm>
          <a:solidFill>
            <a:schemeClr val="bg2"/>
          </a:solidFill>
        </p:spPr>
        <p:txBody>
          <a:bodyPr/>
          <a:lstStyle>
            <a:lvl1pPr marL="0" indent="0">
              <a:buNone/>
            </a:lvl1pPr>
          </a:lstStyle>
          <a:p>
            <a:r>
              <a:rPr lang="en-US" dirty="0" err="1"/>
              <a:t>img</a:t>
            </a:r>
            <a:endParaRPr lang="en-US" dirty="0"/>
          </a:p>
        </p:txBody>
      </p:sp>
      <p:sp>
        <p:nvSpPr>
          <p:cNvPr id="1048647" name="Рисунок 2"/>
          <p:cNvSpPr>
            <a:spLocks noGrp="1"/>
          </p:cNvSpPr>
          <p:nvPr>
            <p:ph type="pic" sz="quarter" idx="11" hasCustomPrompt="1"/>
          </p:nvPr>
        </p:nvSpPr>
        <p:spPr>
          <a:xfrm>
            <a:off x="6096621" y="2524400"/>
            <a:ext cx="2862262" cy="2862263"/>
          </a:xfrm>
          <a:solidFill>
            <a:schemeClr val="bg2"/>
          </a:solidFill>
        </p:spPr>
        <p:txBody>
          <a:bodyPr/>
          <a:lstStyle>
            <a:lvl1pPr marL="0" indent="0">
              <a:buNone/>
            </a:lvl1pPr>
          </a:lstStyle>
          <a:p>
            <a:r>
              <a:rPr lang="en-US" dirty="0" err="1"/>
              <a:t>img</a:t>
            </a:r>
            <a:endParaRPr lang="en-US" dirty="0"/>
          </a:p>
        </p:txBody>
      </p:sp>
      <p:sp>
        <p:nvSpPr>
          <p:cNvPr id="1048648" name="Рисунок 2"/>
          <p:cNvSpPr>
            <a:spLocks noGrp="1"/>
          </p:cNvSpPr>
          <p:nvPr>
            <p:ph type="pic" sz="quarter" idx="12" hasCustomPrompt="1"/>
          </p:nvPr>
        </p:nvSpPr>
        <p:spPr>
          <a:xfrm>
            <a:off x="9350029" y="2524401"/>
            <a:ext cx="2862262" cy="2862263"/>
          </a:xfrm>
          <a:solidFill>
            <a:schemeClr val="bg2"/>
          </a:solidFill>
        </p:spPr>
        <p:txBody>
          <a:bodyPr/>
          <a:lstStyle>
            <a:lvl1pPr marL="0" indent="0">
              <a:buNone/>
            </a:lvl1pPr>
          </a:lstStyle>
          <a:p>
            <a:r>
              <a:rPr lang="en-US" dirty="0" err="1"/>
              <a:t>img</a:t>
            </a:r>
            <a:endParaRPr lang="en-US" dirty="0"/>
          </a:p>
        </p:txBody>
      </p:sp>
      <p:sp>
        <p:nvSpPr>
          <p:cNvPr id="1048649" name="Рисунок 2"/>
          <p:cNvSpPr>
            <a:spLocks noGrp="1"/>
          </p:cNvSpPr>
          <p:nvPr>
            <p:ph type="pic" sz="quarter" idx="13" hasCustomPrompt="1"/>
          </p:nvPr>
        </p:nvSpPr>
        <p:spPr>
          <a:xfrm>
            <a:off x="12603437" y="2524400"/>
            <a:ext cx="2862262" cy="2862263"/>
          </a:xfrm>
          <a:solidFill>
            <a:schemeClr val="bg2"/>
          </a:solidFill>
        </p:spPr>
        <p:txBody>
          <a:bodyPr/>
          <a:lstStyle>
            <a:lvl1pPr marL="0" indent="0">
              <a:buNone/>
            </a:lvl1pPr>
          </a:lstStyle>
          <a:p>
            <a:r>
              <a:rPr lang="en-US" dirty="0" err="1"/>
              <a:t>img</a:t>
            </a:r>
            <a:endParaRPr lang="en-US" dirty="0"/>
          </a:p>
        </p:txBody>
      </p:sp>
      <p:sp>
        <p:nvSpPr>
          <p:cNvPr id="1048650" name="Рисунок 2"/>
          <p:cNvSpPr>
            <a:spLocks noGrp="1"/>
          </p:cNvSpPr>
          <p:nvPr>
            <p:ph type="pic" sz="quarter" idx="14" hasCustomPrompt="1"/>
          </p:nvPr>
        </p:nvSpPr>
        <p:spPr>
          <a:xfrm>
            <a:off x="15856845" y="2524400"/>
            <a:ext cx="2862262" cy="2862263"/>
          </a:xfrm>
          <a:solidFill>
            <a:schemeClr val="bg2"/>
          </a:solidFill>
        </p:spPr>
        <p:txBody>
          <a:bodyPr/>
          <a:lstStyle>
            <a:lvl1pPr marL="0" indent="0">
              <a:buNone/>
            </a:lvl1pPr>
          </a:lstStyle>
          <a:p>
            <a:r>
              <a:rPr lang="en-US" dirty="0" err="1"/>
              <a:t>img</a:t>
            </a:r>
            <a:endParaRPr lang="en-US" dirty="0"/>
          </a:p>
        </p:txBody>
      </p:sp>
      <p:sp>
        <p:nvSpPr>
          <p:cNvPr id="1048651" name="Рисунок 2"/>
          <p:cNvSpPr>
            <a:spLocks noGrp="1"/>
          </p:cNvSpPr>
          <p:nvPr>
            <p:ph type="pic" sz="quarter" idx="15" hasCustomPrompt="1"/>
          </p:nvPr>
        </p:nvSpPr>
        <p:spPr>
          <a:xfrm>
            <a:off x="19110253" y="2524399"/>
            <a:ext cx="2862262" cy="2862263"/>
          </a:xfrm>
          <a:solidFill>
            <a:schemeClr val="bg2"/>
          </a:solidFill>
        </p:spPr>
        <p:txBody>
          <a:bodyPr/>
          <a:lstStyle>
            <a:lvl1pPr marL="0" indent="0">
              <a:buNone/>
            </a:lvl1pPr>
          </a:lstStyle>
          <a:p>
            <a:r>
              <a:rPr lang="en-US" dirty="0" err="1"/>
              <a:t>img</a:t>
            </a:r>
            <a:endParaRPr lang="en-US" dirty="0"/>
          </a:p>
        </p:txBody>
      </p:sp>
      <p:sp>
        <p:nvSpPr>
          <p:cNvPr id="1048652" name="Рисунок 2"/>
          <p:cNvSpPr>
            <a:spLocks noGrp="1"/>
          </p:cNvSpPr>
          <p:nvPr>
            <p:ph type="pic" sz="quarter" idx="16" hasCustomPrompt="1"/>
          </p:nvPr>
        </p:nvSpPr>
        <p:spPr>
          <a:xfrm>
            <a:off x="2843213" y="5738053"/>
            <a:ext cx="2862262" cy="2862263"/>
          </a:xfrm>
          <a:solidFill>
            <a:schemeClr val="bg2"/>
          </a:solidFill>
        </p:spPr>
        <p:txBody>
          <a:bodyPr/>
          <a:lstStyle>
            <a:lvl1pPr marL="0" indent="0">
              <a:buNone/>
            </a:lvl1pPr>
          </a:lstStyle>
          <a:p>
            <a:r>
              <a:rPr lang="en-US" dirty="0" err="1"/>
              <a:t>img</a:t>
            </a:r>
            <a:endParaRPr lang="en-US" dirty="0"/>
          </a:p>
        </p:txBody>
      </p:sp>
      <p:sp>
        <p:nvSpPr>
          <p:cNvPr id="1048653" name="Рисунок 2"/>
          <p:cNvSpPr>
            <a:spLocks noGrp="1"/>
          </p:cNvSpPr>
          <p:nvPr>
            <p:ph type="pic" sz="quarter" idx="17" hasCustomPrompt="1"/>
          </p:nvPr>
        </p:nvSpPr>
        <p:spPr>
          <a:xfrm>
            <a:off x="6096621" y="5738052"/>
            <a:ext cx="2862262" cy="2862263"/>
          </a:xfrm>
          <a:solidFill>
            <a:schemeClr val="bg2"/>
          </a:solidFill>
        </p:spPr>
        <p:txBody>
          <a:bodyPr/>
          <a:lstStyle>
            <a:lvl1pPr marL="0" indent="0">
              <a:buNone/>
            </a:lvl1pPr>
          </a:lstStyle>
          <a:p>
            <a:r>
              <a:rPr lang="en-US" dirty="0" err="1"/>
              <a:t>img</a:t>
            </a:r>
            <a:endParaRPr lang="en-US" dirty="0"/>
          </a:p>
        </p:txBody>
      </p:sp>
      <p:sp>
        <p:nvSpPr>
          <p:cNvPr id="1048654" name="Рисунок 2"/>
          <p:cNvSpPr>
            <a:spLocks noGrp="1"/>
          </p:cNvSpPr>
          <p:nvPr>
            <p:ph type="pic" sz="quarter" idx="18" hasCustomPrompt="1"/>
          </p:nvPr>
        </p:nvSpPr>
        <p:spPr>
          <a:xfrm>
            <a:off x="9350029" y="5738053"/>
            <a:ext cx="2862262" cy="2862263"/>
          </a:xfrm>
          <a:solidFill>
            <a:schemeClr val="bg2"/>
          </a:solidFill>
        </p:spPr>
        <p:txBody>
          <a:bodyPr/>
          <a:lstStyle>
            <a:lvl1pPr marL="0" indent="0">
              <a:buNone/>
            </a:lvl1pPr>
          </a:lstStyle>
          <a:p>
            <a:r>
              <a:rPr lang="en-US" dirty="0" err="1"/>
              <a:t>img</a:t>
            </a:r>
            <a:endParaRPr lang="en-US" dirty="0"/>
          </a:p>
        </p:txBody>
      </p:sp>
      <p:sp>
        <p:nvSpPr>
          <p:cNvPr id="1048655" name="Рисунок 2"/>
          <p:cNvSpPr>
            <a:spLocks noGrp="1"/>
          </p:cNvSpPr>
          <p:nvPr>
            <p:ph type="pic" sz="quarter" idx="19" hasCustomPrompt="1"/>
          </p:nvPr>
        </p:nvSpPr>
        <p:spPr>
          <a:xfrm>
            <a:off x="12603437" y="5738052"/>
            <a:ext cx="2862262" cy="2862263"/>
          </a:xfrm>
          <a:solidFill>
            <a:schemeClr val="bg2"/>
          </a:solidFill>
        </p:spPr>
        <p:txBody>
          <a:bodyPr/>
          <a:lstStyle>
            <a:lvl1pPr marL="0" indent="0">
              <a:buNone/>
            </a:lvl1pPr>
          </a:lstStyle>
          <a:p>
            <a:r>
              <a:rPr lang="en-US" dirty="0" err="1"/>
              <a:t>img</a:t>
            </a:r>
            <a:endParaRPr lang="en-US" dirty="0"/>
          </a:p>
        </p:txBody>
      </p:sp>
      <p:sp>
        <p:nvSpPr>
          <p:cNvPr id="1048656" name="Рисунок 2"/>
          <p:cNvSpPr>
            <a:spLocks noGrp="1"/>
          </p:cNvSpPr>
          <p:nvPr>
            <p:ph type="pic" sz="quarter" idx="20" hasCustomPrompt="1"/>
          </p:nvPr>
        </p:nvSpPr>
        <p:spPr>
          <a:xfrm>
            <a:off x="15856845" y="5738052"/>
            <a:ext cx="2862262" cy="2862263"/>
          </a:xfrm>
          <a:solidFill>
            <a:schemeClr val="bg2"/>
          </a:solidFill>
        </p:spPr>
        <p:txBody>
          <a:bodyPr/>
          <a:lstStyle>
            <a:lvl1pPr marL="0" indent="0">
              <a:buNone/>
            </a:lvl1pPr>
          </a:lstStyle>
          <a:p>
            <a:r>
              <a:rPr lang="en-US" dirty="0" err="1"/>
              <a:t>img</a:t>
            </a:r>
            <a:endParaRPr lang="en-US" dirty="0"/>
          </a:p>
        </p:txBody>
      </p:sp>
      <p:sp>
        <p:nvSpPr>
          <p:cNvPr id="1048657" name="Рисунок 2"/>
          <p:cNvSpPr>
            <a:spLocks noGrp="1"/>
          </p:cNvSpPr>
          <p:nvPr>
            <p:ph type="pic" sz="quarter" idx="21" hasCustomPrompt="1"/>
          </p:nvPr>
        </p:nvSpPr>
        <p:spPr>
          <a:xfrm>
            <a:off x="19110253" y="5738051"/>
            <a:ext cx="2862262" cy="2862263"/>
          </a:xfrm>
          <a:solidFill>
            <a:schemeClr val="bg2"/>
          </a:solidFill>
        </p:spPr>
        <p:txBody>
          <a:bodyPr/>
          <a:lstStyle>
            <a:lvl1pPr marL="0" indent="0">
              <a:buNone/>
            </a:lvl1pPr>
          </a:lstStyle>
          <a:p>
            <a:r>
              <a:rPr lang="en-US" dirty="0" err="1"/>
              <a:t>img</a:t>
            </a:r>
            <a:endParaRPr lang="en-US"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with photo">
    <p:spTree>
      <p:nvGrpSpPr>
        <p:cNvPr id="49" name=""/>
        <p:cNvGrpSpPr/>
        <p:nvPr/>
      </p:nvGrpSpPr>
      <p:grpSpPr>
        <a:xfrm>
          <a:off x="0" y="0"/>
          <a:ext cx="0" cy="0"/>
          <a:chOff x="0" y="0"/>
          <a:chExt cx="0" cy="0"/>
        </a:xfrm>
      </p:grpSpPr>
      <p:sp>
        <p:nvSpPr>
          <p:cNvPr id="1048732" name="Номер слайда"/>
          <p:cNvSpPr txBox="1">
            <a:spLocks noGrp="1"/>
          </p:cNvSpPr>
          <p:nvPr>
            <p:ph type="sldNum" sz="quarter" idx="2"/>
          </p:nvPr>
        </p:nvSpPr>
        <p:spPr>
          <a:prstGeom prst="rect">
            <a:avLst/>
          </a:prstGeom>
        </p:spPr>
        <p:txBody>
          <a:bodyPr/>
          <a:p>
            <a:fld id="{86CB4B4D-7CA3-9044-876B-883B54F8677D}" type="slidenum">
              <a:rPr/>
            </a:fld>
            <a:endParaRPr/>
          </a:p>
        </p:txBody>
      </p:sp>
      <p:sp>
        <p:nvSpPr>
          <p:cNvPr id="1048733" name="Рисунок 2"/>
          <p:cNvSpPr>
            <a:spLocks noGrp="1"/>
          </p:cNvSpPr>
          <p:nvPr>
            <p:ph type="pic" sz="quarter" idx="10" hasCustomPrompt="1"/>
          </p:nvPr>
        </p:nvSpPr>
        <p:spPr>
          <a:xfrm>
            <a:off x="3421623" y="3038751"/>
            <a:ext cx="2602931" cy="1773537"/>
          </a:xfrm>
          <a:prstGeom prst="roundRect">
            <a:avLst>
              <a:gd name="adj" fmla="val 8074"/>
            </a:avLst>
          </a:prstGeom>
          <a:solidFill>
            <a:schemeClr val="bg2"/>
          </a:solidFill>
        </p:spPr>
        <p:txBody>
          <a:bodyPr/>
          <a:lstStyle>
            <a:lvl1pPr marL="0" indent="0">
              <a:buNone/>
            </a:lvl1pPr>
          </a:lstStyle>
          <a:p>
            <a:r>
              <a:rPr lang="en-US" dirty="0" err="1"/>
              <a:t>img</a:t>
            </a:r>
            <a:endParaRPr lang="en-US" dirty="0"/>
          </a:p>
        </p:txBody>
      </p:sp>
      <p:sp>
        <p:nvSpPr>
          <p:cNvPr id="1048734" name="Рисунок 2"/>
          <p:cNvSpPr>
            <a:spLocks noGrp="1"/>
          </p:cNvSpPr>
          <p:nvPr>
            <p:ph type="pic" sz="quarter" idx="11" hasCustomPrompt="1"/>
          </p:nvPr>
        </p:nvSpPr>
        <p:spPr>
          <a:xfrm>
            <a:off x="6366753" y="3038751"/>
            <a:ext cx="2602931" cy="1773537"/>
          </a:xfrm>
          <a:prstGeom prst="roundRect">
            <a:avLst>
              <a:gd name="adj" fmla="val 8074"/>
            </a:avLst>
          </a:prstGeom>
          <a:solidFill>
            <a:schemeClr val="bg2"/>
          </a:solidFill>
        </p:spPr>
        <p:txBody>
          <a:bodyPr/>
          <a:lstStyle>
            <a:lvl1pPr marL="0" indent="0">
              <a:buNone/>
            </a:lvl1pPr>
          </a:lstStyle>
          <a:p>
            <a:r>
              <a:rPr lang="en-US" dirty="0" err="1"/>
              <a:t>img</a:t>
            </a:r>
            <a:endParaRPr lang="en-US" dirty="0"/>
          </a:p>
        </p:txBody>
      </p:sp>
      <p:sp>
        <p:nvSpPr>
          <p:cNvPr id="1048735" name="Рисунок 2"/>
          <p:cNvSpPr>
            <a:spLocks noGrp="1"/>
          </p:cNvSpPr>
          <p:nvPr>
            <p:ph type="pic" sz="quarter" idx="12" hasCustomPrompt="1"/>
          </p:nvPr>
        </p:nvSpPr>
        <p:spPr>
          <a:xfrm>
            <a:off x="9311883" y="3038751"/>
            <a:ext cx="2602931" cy="1773537"/>
          </a:xfrm>
          <a:prstGeom prst="roundRect">
            <a:avLst>
              <a:gd name="adj" fmla="val 8074"/>
            </a:avLst>
          </a:prstGeom>
          <a:solidFill>
            <a:schemeClr val="bg2"/>
          </a:solidFill>
        </p:spPr>
        <p:txBody>
          <a:bodyPr/>
          <a:lstStyle>
            <a:lvl1pPr marL="0" indent="0">
              <a:buNone/>
            </a:lvl1pPr>
          </a:lstStyle>
          <a:p>
            <a:r>
              <a:rPr lang="en-US" dirty="0" err="1"/>
              <a:t>img</a:t>
            </a:r>
            <a:endParaRPr lang="en-US" dirty="0"/>
          </a:p>
        </p:txBody>
      </p:sp>
      <p:sp>
        <p:nvSpPr>
          <p:cNvPr id="1048736" name="Рисунок 2"/>
          <p:cNvSpPr>
            <a:spLocks noGrp="1"/>
          </p:cNvSpPr>
          <p:nvPr>
            <p:ph type="pic" sz="quarter" idx="13" hasCustomPrompt="1"/>
          </p:nvPr>
        </p:nvSpPr>
        <p:spPr>
          <a:xfrm>
            <a:off x="12257013" y="3038751"/>
            <a:ext cx="2602931" cy="1773537"/>
          </a:xfrm>
          <a:prstGeom prst="roundRect">
            <a:avLst>
              <a:gd name="adj" fmla="val 8074"/>
            </a:avLst>
          </a:prstGeom>
          <a:solidFill>
            <a:schemeClr val="bg2"/>
          </a:solidFill>
        </p:spPr>
        <p:txBody>
          <a:bodyPr/>
          <a:lstStyle>
            <a:lvl1pPr marL="0" indent="0">
              <a:buNone/>
            </a:lvl1pPr>
          </a:lstStyle>
          <a:p>
            <a:r>
              <a:rPr lang="en-US" dirty="0" err="1"/>
              <a:t>img</a:t>
            </a:r>
            <a:endParaRPr lang="en-US" dirty="0"/>
          </a:p>
        </p:txBody>
      </p:sp>
      <p:sp>
        <p:nvSpPr>
          <p:cNvPr id="1048737" name="Рисунок 2"/>
          <p:cNvSpPr>
            <a:spLocks noGrp="1"/>
          </p:cNvSpPr>
          <p:nvPr>
            <p:ph type="pic" sz="quarter" idx="14" hasCustomPrompt="1"/>
          </p:nvPr>
        </p:nvSpPr>
        <p:spPr>
          <a:xfrm>
            <a:off x="15202143" y="3038751"/>
            <a:ext cx="2602931" cy="1773537"/>
          </a:xfrm>
          <a:prstGeom prst="roundRect">
            <a:avLst>
              <a:gd name="adj" fmla="val 8074"/>
            </a:avLst>
          </a:prstGeom>
          <a:solidFill>
            <a:schemeClr val="bg2"/>
          </a:solidFill>
        </p:spPr>
        <p:txBody>
          <a:bodyPr/>
          <a:lstStyle>
            <a:lvl1pPr marL="0" indent="0">
              <a:buNone/>
            </a:lvl1pPr>
          </a:lstStyle>
          <a:p>
            <a:r>
              <a:rPr lang="en-US" dirty="0" err="1"/>
              <a:t>img</a:t>
            </a:r>
            <a:endParaRPr lang="en-US" dirty="0"/>
          </a:p>
        </p:txBody>
      </p:sp>
      <p:sp>
        <p:nvSpPr>
          <p:cNvPr id="1048738" name="Рисунок 2"/>
          <p:cNvSpPr>
            <a:spLocks noGrp="1"/>
          </p:cNvSpPr>
          <p:nvPr>
            <p:ph type="pic" sz="quarter" idx="15" hasCustomPrompt="1"/>
          </p:nvPr>
        </p:nvSpPr>
        <p:spPr>
          <a:xfrm>
            <a:off x="18147273" y="3038751"/>
            <a:ext cx="2602931" cy="1773537"/>
          </a:xfrm>
          <a:prstGeom prst="roundRect">
            <a:avLst>
              <a:gd name="adj" fmla="val 8074"/>
            </a:avLst>
          </a:prstGeom>
          <a:solidFill>
            <a:schemeClr val="bg2"/>
          </a:solidFill>
        </p:spPr>
        <p:txBody>
          <a:bodyPr/>
          <a:lstStyle>
            <a:lvl1pPr marL="0" indent="0">
              <a:buNone/>
            </a:lvl1pPr>
          </a:lstStyle>
          <a:p>
            <a:r>
              <a:rPr lang="en-US" dirty="0" err="1"/>
              <a:t>img</a:t>
            </a:r>
            <a:endParaRPr lang="en-US" dirty="0"/>
          </a:p>
        </p:txBody>
      </p:sp>
      <p:sp>
        <p:nvSpPr>
          <p:cNvPr id="1048739" name="Рисунок 2"/>
          <p:cNvSpPr>
            <a:spLocks noGrp="1"/>
          </p:cNvSpPr>
          <p:nvPr>
            <p:ph type="pic" sz="quarter" idx="16" hasCustomPrompt="1"/>
          </p:nvPr>
        </p:nvSpPr>
        <p:spPr>
          <a:xfrm>
            <a:off x="3421623" y="5084463"/>
            <a:ext cx="2602931" cy="1773537"/>
          </a:xfrm>
          <a:prstGeom prst="roundRect">
            <a:avLst>
              <a:gd name="adj" fmla="val 8074"/>
            </a:avLst>
          </a:prstGeom>
          <a:solidFill>
            <a:schemeClr val="bg2"/>
          </a:solidFill>
        </p:spPr>
        <p:txBody>
          <a:bodyPr/>
          <a:lstStyle>
            <a:lvl1pPr marL="0" indent="0">
              <a:buNone/>
            </a:lvl1pPr>
          </a:lstStyle>
          <a:p>
            <a:r>
              <a:rPr lang="en-US" dirty="0" err="1"/>
              <a:t>img</a:t>
            </a:r>
            <a:endParaRPr lang="en-US" dirty="0"/>
          </a:p>
        </p:txBody>
      </p:sp>
      <p:sp>
        <p:nvSpPr>
          <p:cNvPr id="1048740" name="Рисунок 2"/>
          <p:cNvSpPr>
            <a:spLocks noGrp="1"/>
          </p:cNvSpPr>
          <p:nvPr>
            <p:ph type="pic" sz="quarter" idx="17" hasCustomPrompt="1"/>
          </p:nvPr>
        </p:nvSpPr>
        <p:spPr>
          <a:xfrm>
            <a:off x="6366753" y="5084463"/>
            <a:ext cx="2602931" cy="1773537"/>
          </a:xfrm>
          <a:prstGeom prst="roundRect">
            <a:avLst>
              <a:gd name="adj" fmla="val 8074"/>
            </a:avLst>
          </a:prstGeom>
          <a:solidFill>
            <a:schemeClr val="bg2"/>
          </a:solidFill>
        </p:spPr>
        <p:txBody>
          <a:bodyPr/>
          <a:lstStyle>
            <a:lvl1pPr marL="0" indent="0">
              <a:buNone/>
            </a:lvl1pPr>
          </a:lstStyle>
          <a:p>
            <a:r>
              <a:rPr lang="en-US" dirty="0" err="1"/>
              <a:t>img</a:t>
            </a:r>
            <a:endParaRPr lang="en-US" dirty="0"/>
          </a:p>
        </p:txBody>
      </p:sp>
      <p:sp>
        <p:nvSpPr>
          <p:cNvPr id="1048741" name="Рисунок 2"/>
          <p:cNvSpPr>
            <a:spLocks noGrp="1"/>
          </p:cNvSpPr>
          <p:nvPr>
            <p:ph type="pic" sz="quarter" idx="18" hasCustomPrompt="1"/>
          </p:nvPr>
        </p:nvSpPr>
        <p:spPr>
          <a:xfrm>
            <a:off x="9311883" y="5084463"/>
            <a:ext cx="2602931" cy="1773537"/>
          </a:xfrm>
          <a:prstGeom prst="roundRect">
            <a:avLst>
              <a:gd name="adj" fmla="val 8074"/>
            </a:avLst>
          </a:prstGeom>
          <a:solidFill>
            <a:schemeClr val="bg2"/>
          </a:solidFill>
        </p:spPr>
        <p:txBody>
          <a:bodyPr/>
          <a:lstStyle>
            <a:lvl1pPr marL="0" indent="0">
              <a:buNone/>
            </a:lvl1pPr>
          </a:lstStyle>
          <a:p>
            <a:r>
              <a:rPr lang="en-US" dirty="0" err="1"/>
              <a:t>img</a:t>
            </a:r>
            <a:endParaRPr lang="en-US" dirty="0"/>
          </a:p>
        </p:txBody>
      </p:sp>
      <p:sp>
        <p:nvSpPr>
          <p:cNvPr id="1048742" name="Рисунок 2"/>
          <p:cNvSpPr>
            <a:spLocks noGrp="1"/>
          </p:cNvSpPr>
          <p:nvPr>
            <p:ph type="pic" sz="quarter" idx="19" hasCustomPrompt="1"/>
          </p:nvPr>
        </p:nvSpPr>
        <p:spPr>
          <a:xfrm>
            <a:off x="12257013" y="5084463"/>
            <a:ext cx="2602931" cy="1773537"/>
          </a:xfrm>
          <a:prstGeom prst="roundRect">
            <a:avLst>
              <a:gd name="adj" fmla="val 8074"/>
            </a:avLst>
          </a:prstGeom>
          <a:solidFill>
            <a:schemeClr val="bg2"/>
          </a:solidFill>
        </p:spPr>
        <p:txBody>
          <a:bodyPr/>
          <a:lstStyle>
            <a:lvl1pPr marL="0" indent="0">
              <a:buNone/>
            </a:lvl1pPr>
          </a:lstStyle>
          <a:p>
            <a:r>
              <a:rPr lang="en-US" dirty="0" err="1"/>
              <a:t>img</a:t>
            </a:r>
            <a:endParaRPr lang="en-US" dirty="0"/>
          </a:p>
        </p:txBody>
      </p:sp>
      <p:sp>
        <p:nvSpPr>
          <p:cNvPr id="1048743" name="Рисунок 2"/>
          <p:cNvSpPr>
            <a:spLocks noGrp="1"/>
          </p:cNvSpPr>
          <p:nvPr>
            <p:ph type="pic" sz="quarter" idx="20" hasCustomPrompt="1"/>
          </p:nvPr>
        </p:nvSpPr>
        <p:spPr>
          <a:xfrm>
            <a:off x="15202143" y="5084463"/>
            <a:ext cx="2602931" cy="1773537"/>
          </a:xfrm>
          <a:prstGeom prst="roundRect">
            <a:avLst>
              <a:gd name="adj" fmla="val 8074"/>
            </a:avLst>
          </a:prstGeom>
          <a:solidFill>
            <a:schemeClr val="bg2"/>
          </a:solidFill>
        </p:spPr>
        <p:txBody>
          <a:bodyPr/>
          <a:lstStyle>
            <a:lvl1pPr marL="0" indent="0">
              <a:buNone/>
            </a:lvl1pPr>
          </a:lstStyle>
          <a:p>
            <a:r>
              <a:rPr lang="en-US" dirty="0" err="1"/>
              <a:t>img</a:t>
            </a:r>
            <a:endParaRPr lang="en-US" dirty="0"/>
          </a:p>
        </p:txBody>
      </p:sp>
      <p:sp>
        <p:nvSpPr>
          <p:cNvPr id="1048744" name="Рисунок 2"/>
          <p:cNvSpPr>
            <a:spLocks noGrp="1"/>
          </p:cNvSpPr>
          <p:nvPr>
            <p:ph type="pic" sz="quarter" idx="21" hasCustomPrompt="1"/>
          </p:nvPr>
        </p:nvSpPr>
        <p:spPr>
          <a:xfrm>
            <a:off x="18147273" y="5084463"/>
            <a:ext cx="2602931" cy="1773537"/>
          </a:xfrm>
          <a:prstGeom prst="roundRect">
            <a:avLst>
              <a:gd name="adj" fmla="val 8074"/>
            </a:avLst>
          </a:prstGeom>
          <a:solidFill>
            <a:schemeClr val="bg2"/>
          </a:solidFill>
        </p:spPr>
        <p:txBody>
          <a:bodyPr/>
          <a:lstStyle>
            <a:lvl1pPr marL="0" indent="0">
              <a:buNone/>
            </a:lvl1pPr>
          </a:lstStyle>
          <a:p>
            <a:r>
              <a:rPr lang="en-US" dirty="0" err="1"/>
              <a:t>img</a:t>
            </a:r>
            <a:endParaRPr lang="en-US" dirty="0"/>
          </a:p>
        </p:txBody>
      </p:sp>
      <p:sp>
        <p:nvSpPr>
          <p:cNvPr id="1048745" name="Рисунок 2"/>
          <p:cNvSpPr>
            <a:spLocks noGrp="1"/>
          </p:cNvSpPr>
          <p:nvPr>
            <p:ph type="pic" sz="quarter" idx="22" hasCustomPrompt="1"/>
          </p:nvPr>
        </p:nvSpPr>
        <p:spPr>
          <a:xfrm>
            <a:off x="3421623" y="7130175"/>
            <a:ext cx="2602931" cy="1773537"/>
          </a:xfrm>
          <a:prstGeom prst="roundRect">
            <a:avLst>
              <a:gd name="adj" fmla="val 8074"/>
            </a:avLst>
          </a:prstGeom>
          <a:solidFill>
            <a:schemeClr val="bg2"/>
          </a:solidFill>
        </p:spPr>
        <p:txBody>
          <a:bodyPr/>
          <a:lstStyle>
            <a:lvl1pPr marL="0" indent="0">
              <a:buNone/>
            </a:lvl1pPr>
          </a:lstStyle>
          <a:p>
            <a:r>
              <a:rPr lang="en-US" dirty="0" err="1"/>
              <a:t>img</a:t>
            </a:r>
            <a:endParaRPr lang="en-US" dirty="0"/>
          </a:p>
        </p:txBody>
      </p:sp>
      <p:sp>
        <p:nvSpPr>
          <p:cNvPr id="1048746" name="Рисунок 2"/>
          <p:cNvSpPr>
            <a:spLocks noGrp="1"/>
          </p:cNvSpPr>
          <p:nvPr>
            <p:ph type="pic" sz="quarter" idx="23" hasCustomPrompt="1"/>
          </p:nvPr>
        </p:nvSpPr>
        <p:spPr>
          <a:xfrm>
            <a:off x="6366753" y="7130175"/>
            <a:ext cx="2602931" cy="1773537"/>
          </a:xfrm>
          <a:prstGeom prst="roundRect">
            <a:avLst>
              <a:gd name="adj" fmla="val 8074"/>
            </a:avLst>
          </a:prstGeom>
          <a:solidFill>
            <a:schemeClr val="bg2"/>
          </a:solidFill>
        </p:spPr>
        <p:txBody>
          <a:bodyPr/>
          <a:lstStyle>
            <a:lvl1pPr marL="0" indent="0">
              <a:buNone/>
            </a:lvl1pPr>
          </a:lstStyle>
          <a:p>
            <a:r>
              <a:rPr lang="en-US" dirty="0" err="1"/>
              <a:t>img</a:t>
            </a:r>
            <a:endParaRPr lang="en-US" dirty="0"/>
          </a:p>
        </p:txBody>
      </p:sp>
      <p:sp>
        <p:nvSpPr>
          <p:cNvPr id="1048747" name="Рисунок 2"/>
          <p:cNvSpPr>
            <a:spLocks noGrp="1"/>
          </p:cNvSpPr>
          <p:nvPr>
            <p:ph type="pic" sz="quarter" idx="24" hasCustomPrompt="1"/>
          </p:nvPr>
        </p:nvSpPr>
        <p:spPr>
          <a:xfrm>
            <a:off x="9311883" y="7130175"/>
            <a:ext cx="2602931" cy="1773537"/>
          </a:xfrm>
          <a:prstGeom prst="roundRect">
            <a:avLst>
              <a:gd name="adj" fmla="val 8074"/>
            </a:avLst>
          </a:prstGeom>
          <a:solidFill>
            <a:schemeClr val="bg2"/>
          </a:solidFill>
        </p:spPr>
        <p:txBody>
          <a:bodyPr/>
          <a:lstStyle>
            <a:lvl1pPr marL="0" indent="0">
              <a:buNone/>
            </a:lvl1pPr>
          </a:lstStyle>
          <a:p>
            <a:r>
              <a:rPr lang="en-US" dirty="0" err="1"/>
              <a:t>img</a:t>
            </a:r>
            <a:endParaRPr lang="en-US" dirty="0"/>
          </a:p>
        </p:txBody>
      </p:sp>
      <p:sp>
        <p:nvSpPr>
          <p:cNvPr id="1048748" name="Рисунок 2"/>
          <p:cNvSpPr>
            <a:spLocks noGrp="1"/>
          </p:cNvSpPr>
          <p:nvPr>
            <p:ph type="pic" sz="quarter" idx="25" hasCustomPrompt="1"/>
          </p:nvPr>
        </p:nvSpPr>
        <p:spPr>
          <a:xfrm>
            <a:off x="12257013" y="7130175"/>
            <a:ext cx="2602931" cy="1773537"/>
          </a:xfrm>
          <a:prstGeom prst="roundRect">
            <a:avLst>
              <a:gd name="adj" fmla="val 8074"/>
            </a:avLst>
          </a:prstGeom>
          <a:solidFill>
            <a:schemeClr val="bg2"/>
          </a:solidFill>
        </p:spPr>
        <p:txBody>
          <a:bodyPr/>
          <a:lstStyle>
            <a:lvl1pPr marL="0" indent="0">
              <a:buNone/>
            </a:lvl1pPr>
          </a:lstStyle>
          <a:p>
            <a:r>
              <a:rPr lang="en-US" dirty="0" err="1"/>
              <a:t>img</a:t>
            </a:r>
            <a:endParaRPr lang="en-US" dirty="0"/>
          </a:p>
        </p:txBody>
      </p:sp>
      <p:sp>
        <p:nvSpPr>
          <p:cNvPr id="1048749" name="Рисунок 2"/>
          <p:cNvSpPr>
            <a:spLocks noGrp="1"/>
          </p:cNvSpPr>
          <p:nvPr>
            <p:ph type="pic" sz="quarter" idx="26" hasCustomPrompt="1"/>
          </p:nvPr>
        </p:nvSpPr>
        <p:spPr>
          <a:xfrm>
            <a:off x="15202143" y="7130175"/>
            <a:ext cx="2602931" cy="1773537"/>
          </a:xfrm>
          <a:prstGeom prst="roundRect">
            <a:avLst>
              <a:gd name="adj" fmla="val 8074"/>
            </a:avLst>
          </a:prstGeom>
          <a:solidFill>
            <a:schemeClr val="bg2"/>
          </a:solidFill>
        </p:spPr>
        <p:txBody>
          <a:bodyPr/>
          <a:lstStyle>
            <a:lvl1pPr marL="0" indent="0">
              <a:buNone/>
            </a:lvl1pPr>
          </a:lstStyle>
          <a:p>
            <a:r>
              <a:rPr lang="en-US" dirty="0" err="1"/>
              <a:t>img</a:t>
            </a:r>
            <a:endParaRPr lang="en-US" dirty="0"/>
          </a:p>
        </p:txBody>
      </p:sp>
      <p:sp>
        <p:nvSpPr>
          <p:cNvPr id="1048750" name="Рисунок 2"/>
          <p:cNvSpPr>
            <a:spLocks noGrp="1"/>
          </p:cNvSpPr>
          <p:nvPr>
            <p:ph type="pic" sz="quarter" idx="27" hasCustomPrompt="1"/>
          </p:nvPr>
        </p:nvSpPr>
        <p:spPr>
          <a:xfrm>
            <a:off x="18147273" y="7130175"/>
            <a:ext cx="2602931" cy="1773537"/>
          </a:xfrm>
          <a:prstGeom prst="roundRect">
            <a:avLst>
              <a:gd name="adj" fmla="val 8074"/>
            </a:avLst>
          </a:prstGeom>
          <a:solidFill>
            <a:schemeClr val="bg2"/>
          </a:solidFill>
        </p:spPr>
        <p:txBody>
          <a:bodyPr/>
          <a:lstStyle>
            <a:lvl1pPr marL="0" indent="0">
              <a:buNone/>
            </a:lvl1pPr>
          </a:lstStyle>
          <a:p>
            <a:r>
              <a:rPr lang="en-US" dirty="0" err="1"/>
              <a:t>img</a:t>
            </a:r>
            <a:endParaRPr lang="en-US"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3" name=""/>
        <p:cNvGrpSpPr/>
        <p:nvPr/>
      </p:nvGrpSpPr>
      <p:grpSpPr>
        <a:xfrm>
          <a:off x="0" y="0"/>
          <a:ext cx="0" cy="0"/>
          <a:chOff x="0" y="0"/>
          <a:chExt cx="0" cy="0"/>
        </a:xfrm>
      </p:grpSpPr>
      <p:sp>
        <p:nvSpPr>
          <p:cNvPr id="1048576" name="Текст заголовка"/>
          <p:cNvSpPr txBox="1">
            <a:spLocks noGrp="1"/>
          </p:cNvSpPr>
          <p:nvPr>
            <p:ph type="title"/>
          </p:nvPr>
        </p:nvSpPr>
        <p:spPr>
          <a:xfrm>
            <a:off x="1689100" y="355600"/>
            <a:ext cx="21005800" cy="2286000"/>
          </a:xfrm>
          <a:prstGeom prst="rect">
            <a:avLst/>
          </a:prstGeom>
          <a:ln w="12700">
            <a:miter lim="400000"/>
          </a:ln>
        </p:spPr>
        <p:txBody>
          <a:bodyPr lIns="50800" tIns="50800" rIns="50800" bIns="50800" anchor="ctr">
            <a:normAutofit/>
          </a:bodyPr>
          <a:p>
            <a:r>
              <a:t>Текст заголовка</a:t>
            </a:r>
          </a:p>
        </p:txBody>
      </p:sp>
      <p:sp>
        <p:nvSpPr>
          <p:cNvPr id="1048577" name="Уровень текста 1…"/>
          <p:cNvSpPr txBox="1">
            <a:spLocks noGrp="1"/>
          </p:cNvSpPr>
          <p:nvPr>
            <p:ph type="body" idx="1"/>
          </p:nvPr>
        </p:nvSpPr>
        <p:spPr>
          <a:xfrm>
            <a:off x="1689100" y="3149600"/>
            <a:ext cx="21005800" cy="9296400"/>
          </a:xfrm>
          <a:prstGeom prst="rect">
            <a:avLst/>
          </a:prstGeom>
          <a:ln w="12700">
            <a:miter lim="400000"/>
          </a:ln>
        </p:spPr>
        <p:txBody>
          <a:bodyPr lIns="50800" tIns="50800" rIns="50800" bIns="50800" anchor="ctr">
            <a:normAutofit/>
          </a:bodyPr>
          <a:p>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
        <p:nvSpPr>
          <p:cNvPr id="1048578" name="Номер слайда"/>
          <p:cNvSpPr txBox="1">
            <a:spLocks noGrp="1"/>
          </p:cNvSpPr>
          <p:nvPr>
            <p:ph type="sldNum" sz="quarter" idx="2"/>
          </p:nvPr>
        </p:nvSpPr>
        <p:spPr>
          <a:xfrm>
            <a:off x="11959031" y="13081000"/>
            <a:ext cx="453238" cy="461059"/>
          </a:xfrm>
          <a:prstGeom prst="rect">
            <a:avLst/>
          </a:prstGeom>
          <a:ln w="12700">
            <a:miter lim="400000"/>
          </a:ln>
        </p:spPr>
        <p:txBody>
          <a:bodyPr wrap="none" lIns="50800" tIns="50800" rIns="50800" bIns="50800">
            <a:spAutoFit/>
          </a:bodyPr>
          <a:lstStyle>
            <a:lvl1pPr>
              <a:defRPr sz="2400" b="0">
                <a:latin typeface="Calibri" panose="020F0502020204030204" charset="0"/>
                <a:ea typeface="Calibri" panose="020F0502020204030204" charset="0"/>
                <a:cs typeface="Calibri" panose="020F0502020204030204" charset="0"/>
                <a:sym typeface="Helvetica Neue Light"/>
              </a:defRPr>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spd="med"/>
  <p:txStyles>
    <p:titleStyle>
      <a:lvl1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latin typeface="Calibri" panose="020F0502020204030204" charset="0"/>
          <a:ea typeface="Calibri" panose="020F0502020204030204" charset="0"/>
          <a:cs typeface="Calibri" panose="020F0502020204030204" charset="0"/>
          <a:sym typeface="Helvetica Neue Medium"/>
        </a:defRPr>
      </a:lvl1pPr>
      <a:lvl2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latin typeface="+mn-lt"/>
          <a:ea typeface="+mn-ea"/>
          <a:cs typeface="+mn-cs"/>
          <a:sym typeface="Helvetica Neue Medium"/>
        </a:defRPr>
      </a:lvl2pPr>
      <a:lvl3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latin typeface="+mn-lt"/>
          <a:ea typeface="+mn-ea"/>
          <a:cs typeface="+mn-cs"/>
          <a:sym typeface="Helvetica Neue Medium"/>
        </a:defRPr>
      </a:lvl3pPr>
      <a:lvl4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latin typeface="+mn-lt"/>
          <a:ea typeface="+mn-ea"/>
          <a:cs typeface="+mn-cs"/>
          <a:sym typeface="Helvetica Neue Medium"/>
        </a:defRPr>
      </a:lvl4pPr>
      <a:lvl5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latin typeface="+mn-lt"/>
          <a:ea typeface="+mn-ea"/>
          <a:cs typeface="+mn-cs"/>
          <a:sym typeface="Helvetica Neue Medium"/>
        </a:defRPr>
      </a:lvl5pPr>
      <a:lvl6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latin typeface="+mn-lt"/>
          <a:ea typeface="+mn-ea"/>
          <a:cs typeface="+mn-cs"/>
          <a:sym typeface="Helvetica Neue Medium"/>
        </a:defRPr>
      </a:lvl6pPr>
      <a:lvl7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latin typeface="+mn-lt"/>
          <a:ea typeface="+mn-ea"/>
          <a:cs typeface="+mn-cs"/>
          <a:sym typeface="Helvetica Neue Medium"/>
        </a:defRPr>
      </a:lvl7pPr>
      <a:lvl8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latin typeface="+mn-lt"/>
          <a:ea typeface="+mn-ea"/>
          <a:cs typeface="+mn-cs"/>
          <a:sym typeface="Helvetica Neue Medium"/>
        </a:defRPr>
      </a:lvl8pPr>
      <a:lvl9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latin typeface="+mn-lt"/>
          <a:ea typeface="+mn-ea"/>
          <a:cs typeface="+mn-cs"/>
          <a:sym typeface="Helvetica Neue Medium"/>
        </a:defRPr>
      </a:lvl9pPr>
    </p:titleStyle>
    <p:bodyStyle>
      <a:lvl1pPr marL="344170" marR="0" indent="-344170" algn="l" defTabSz="825500" rtl="0" latinLnBrk="0">
        <a:lnSpc>
          <a:spcPct val="120000"/>
        </a:lnSpc>
        <a:spcBef>
          <a:spcPts val="2000"/>
        </a:spcBef>
        <a:spcAft>
          <a:spcPts val="0"/>
        </a:spcAft>
        <a:buClrTx/>
        <a:buSzPct val="125000"/>
        <a:buFontTx/>
        <a:buChar char="•"/>
        <a:defRPr sz="2600" b="0" i="0" u="none" strike="noStrike" cap="none" spc="0" baseline="0">
          <a:ln>
            <a:noFill/>
          </a:ln>
          <a:solidFill>
            <a:srgbClr val="646979"/>
          </a:solidFill>
          <a:latin typeface="Calibri" panose="020F0502020204030204" charset="0"/>
          <a:ea typeface="Calibri" panose="020F0502020204030204" charset="0"/>
          <a:cs typeface="Calibri" panose="020F0502020204030204" charset="0"/>
          <a:sym typeface="Open Sans"/>
        </a:defRPr>
      </a:lvl1pPr>
      <a:lvl2pPr marL="979170" marR="0" indent="-344170" algn="l" defTabSz="825500" rtl="0" latinLnBrk="0">
        <a:lnSpc>
          <a:spcPct val="120000"/>
        </a:lnSpc>
        <a:spcBef>
          <a:spcPts val="2000"/>
        </a:spcBef>
        <a:spcAft>
          <a:spcPts val="0"/>
        </a:spcAft>
        <a:buClrTx/>
        <a:buSzPct val="125000"/>
        <a:buFontTx/>
        <a:buChar char="•"/>
        <a:defRPr sz="2600" b="0" i="0" u="none" strike="noStrike" cap="none" spc="0" baseline="0">
          <a:ln>
            <a:noFill/>
          </a:ln>
          <a:solidFill>
            <a:srgbClr val="646979"/>
          </a:solidFill>
          <a:latin typeface="Calibri" panose="020F0502020204030204" charset="0"/>
          <a:ea typeface="Calibri" panose="020F0502020204030204" charset="0"/>
          <a:cs typeface="Calibri" panose="020F0502020204030204" charset="0"/>
          <a:sym typeface="Open Sans"/>
        </a:defRPr>
      </a:lvl2pPr>
      <a:lvl3pPr marL="1614170" marR="0" indent="-344170" algn="l" defTabSz="825500" rtl="0" latinLnBrk="0">
        <a:lnSpc>
          <a:spcPct val="120000"/>
        </a:lnSpc>
        <a:spcBef>
          <a:spcPts val="2000"/>
        </a:spcBef>
        <a:spcAft>
          <a:spcPts val="0"/>
        </a:spcAft>
        <a:buClrTx/>
        <a:buSzPct val="125000"/>
        <a:buFontTx/>
        <a:buChar char="•"/>
        <a:defRPr sz="2600" b="0" i="0" u="none" strike="noStrike" cap="none" spc="0" baseline="0">
          <a:ln>
            <a:noFill/>
          </a:ln>
          <a:solidFill>
            <a:srgbClr val="646979"/>
          </a:solidFill>
          <a:latin typeface="Calibri" panose="020F0502020204030204" charset="0"/>
          <a:ea typeface="Calibri" panose="020F0502020204030204" charset="0"/>
          <a:cs typeface="Calibri" panose="020F0502020204030204" charset="0"/>
          <a:sym typeface="Open Sans"/>
        </a:defRPr>
      </a:lvl3pPr>
      <a:lvl4pPr marL="2249170" marR="0" indent="-344170" algn="l" defTabSz="825500" rtl="0" latinLnBrk="0">
        <a:lnSpc>
          <a:spcPct val="120000"/>
        </a:lnSpc>
        <a:spcBef>
          <a:spcPts val="2000"/>
        </a:spcBef>
        <a:spcAft>
          <a:spcPts val="0"/>
        </a:spcAft>
        <a:buClrTx/>
        <a:buSzPct val="125000"/>
        <a:buFontTx/>
        <a:buChar char="•"/>
        <a:defRPr sz="2600" b="0" i="0" u="none" strike="noStrike" cap="none" spc="0" baseline="0">
          <a:ln>
            <a:noFill/>
          </a:ln>
          <a:solidFill>
            <a:srgbClr val="646979"/>
          </a:solidFill>
          <a:latin typeface="Calibri" panose="020F0502020204030204" charset="0"/>
          <a:ea typeface="Calibri" panose="020F0502020204030204" charset="0"/>
          <a:cs typeface="Calibri" panose="020F0502020204030204" charset="0"/>
          <a:sym typeface="Open Sans"/>
        </a:defRPr>
      </a:lvl4pPr>
      <a:lvl5pPr marL="2884170" marR="0" indent="-344170" algn="l" defTabSz="825500" rtl="0" latinLnBrk="0">
        <a:lnSpc>
          <a:spcPct val="120000"/>
        </a:lnSpc>
        <a:spcBef>
          <a:spcPts val="2000"/>
        </a:spcBef>
        <a:spcAft>
          <a:spcPts val="0"/>
        </a:spcAft>
        <a:buClrTx/>
        <a:buSzPct val="125000"/>
        <a:buFontTx/>
        <a:buChar char="•"/>
        <a:defRPr sz="2600" b="0" i="0" u="none" strike="noStrike" cap="none" spc="0" baseline="0">
          <a:ln>
            <a:noFill/>
          </a:ln>
          <a:solidFill>
            <a:srgbClr val="646979"/>
          </a:solidFill>
          <a:latin typeface="Calibri" panose="020F0502020204030204" charset="0"/>
          <a:ea typeface="Calibri" panose="020F0502020204030204" charset="0"/>
          <a:cs typeface="Calibri" panose="020F0502020204030204" charset="0"/>
          <a:sym typeface="Open Sans"/>
        </a:defRPr>
      </a:lvl5pPr>
      <a:lvl6pPr marL="3519170" marR="0" indent="-344170" algn="l" defTabSz="825500" rtl="0" latinLnBrk="0">
        <a:lnSpc>
          <a:spcPct val="120000"/>
        </a:lnSpc>
        <a:spcBef>
          <a:spcPts val="2000"/>
        </a:spcBef>
        <a:spcAft>
          <a:spcPts val="0"/>
        </a:spcAft>
        <a:buClrTx/>
        <a:buSzPct val="125000"/>
        <a:buFontTx/>
        <a:buChar char="•"/>
        <a:defRPr sz="2600" b="0" i="0" u="none" strike="noStrike" cap="none" spc="0" baseline="0">
          <a:ln>
            <a:noFill/>
          </a:ln>
          <a:solidFill>
            <a:srgbClr val="646979"/>
          </a:solidFill>
          <a:latin typeface="Open Sans"/>
          <a:ea typeface="Open Sans"/>
          <a:cs typeface="Open Sans"/>
          <a:sym typeface="Open Sans"/>
        </a:defRPr>
      </a:lvl6pPr>
      <a:lvl7pPr marL="4154170" marR="0" indent="-344170" algn="l" defTabSz="825500" rtl="0" latinLnBrk="0">
        <a:lnSpc>
          <a:spcPct val="120000"/>
        </a:lnSpc>
        <a:spcBef>
          <a:spcPts val="2000"/>
        </a:spcBef>
        <a:spcAft>
          <a:spcPts val="0"/>
        </a:spcAft>
        <a:buClrTx/>
        <a:buSzPct val="125000"/>
        <a:buFontTx/>
        <a:buChar char="•"/>
        <a:defRPr sz="2600" b="0" i="0" u="none" strike="noStrike" cap="none" spc="0" baseline="0">
          <a:ln>
            <a:noFill/>
          </a:ln>
          <a:solidFill>
            <a:srgbClr val="646979"/>
          </a:solidFill>
          <a:latin typeface="Open Sans"/>
          <a:ea typeface="Open Sans"/>
          <a:cs typeface="Open Sans"/>
          <a:sym typeface="Open Sans"/>
        </a:defRPr>
      </a:lvl7pPr>
      <a:lvl8pPr marL="4789170" marR="0" indent="-344170" algn="l" defTabSz="825500" rtl="0" latinLnBrk="0">
        <a:lnSpc>
          <a:spcPct val="120000"/>
        </a:lnSpc>
        <a:spcBef>
          <a:spcPts val="2000"/>
        </a:spcBef>
        <a:spcAft>
          <a:spcPts val="0"/>
        </a:spcAft>
        <a:buClrTx/>
        <a:buSzPct val="125000"/>
        <a:buFontTx/>
        <a:buChar char="•"/>
        <a:defRPr sz="2600" b="0" i="0" u="none" strike="noStrike" cap="none" spc="0" baseline="0">
          <a:ln>
            <a:noFill/>
          </a:ln>
          <a:solidFill>
            <a:srgbClr val="646979"/>
          </a:solidFill>
          <a:latin typeface="Open Sans"/>
          <a:ea typeface="Open Sans"/>
          <a:cs typeface="Open Sans"/>
          <a:sym typeface="Open Sans"/>
        </a:defRPr>
      </a:lvl8pPr>
      <a:lvl9pPr marL="5424170" marR="0" indent="-344170" algn="l" defTabSz="825500" rtl="0" latinLnBrk="0">
        <a:lnSpc>
          <a:spcPct val="120000"/>
        </a:lnSpc>
        <a:spcBef>
          <a:spcPts val="2000"/>
        </a:spcBef>
        <a:spcAft>
          <a:spcPts val="0"/>
        </a:spcAft>
        <a:buClrTx/>
        <a:buSzPct val="125000"/>
        <a:buFontTx/>
        <a:buChar char="•"/>
        <a:defRPr sz="2600" b="0" i="0" u="none" strike="noStrike" cap="none" spc="0" baseline="0">
          <a:ln>
            <a:noFill/>
          </a:ln>
          <a:solidFill>
            <a:srgbClr val="646979"/>
          </a:solidFill>
          <a:latin typeface="Open Sans"/>
          <a:ea typeface="Open Sans"/>
          <a:cs typeface="Open Sans"/>
          <a:sym typeface="Open Sans"/>
        </a:defRPr>
      </a:lvl9pPr>
    </p:bodyStyle>
    <p:otherStyle>
      <a:lvl1pPr marL="0" marR="0" indent="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latin typeface="+mn-lt"/>
          <a:ea typeface="+mn-ea"/>
          <a:cs typeface="+mn-cs"/>
          <a:sym typeface="Helvetica Neue Light"/>
        </a:defRPr>
      </a:lvl1pPr>
      <a:lvl2pPr marL="0" marR="0" indent="2286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latin typeface="+mn-lt"/>
          <a:ea typeface="+mn-ea"/>
          <a:cs typeface="+mn-cs"/>
          <a:sym typeface="Helvetica Neue Light"/>
        </a:defRPr>
      </a:lvl2pPr>
      <a:lvl3pPr marL="0" marR="0" indent="4572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latin typeface="+mn-lt"/>
          <a:ea typeface="+mn-ea"/>
          <a:cs typeface="+mn-cs"/>
          <a:sym typeface="Helvetica Neue Light"/>
        </a:defRPr>
      </a:lvl3pPr>
      <a:lvl4pPr marL="0" marR="0" indent="6858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latin typeface="+mn-lt"/>
          <a:ea typeface="+mn-ea"/>
          <a:cs typeface="+mn-cs"/>
          <a:sym typeface="Helvetica Neue Light"/>
        </a:defRPr>
      </a:lvl4pPr>
      <a:lvl5pPr marL="0" marR="0" indent="9144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latin typeface="+mn-lt"/>
          <a:ea typeface="+mn-ea"/>
          <a:cs typeface="+mn-cs"/>
          <a:sym typeface="Helvetica Neue Light"/>
        </a:defRPr>
      </a:lvl5pPr>
      <a:lvl6pPr marL="0" marR="0" indent="11430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latin typeface="+mn-lt"/>
          <a:ea typeface="+mn-ea"/>
          <a:cs typeface="+mn-cs"/>
          <a:sym typeface="Helvetica Neue Light"/>
        </a:defRPr>
      </a:lvl6pPr>
      <a:lvl7pPr marL="0" marR="0" indent="13716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latin typeface="+mn-lt"/>
          <a:ea typeface="+mn-ea"/>
          <a:cs typeface="+mn-cs"/>
          <a:sym typeface="Helvetica Neue Light"/>
        </a:defRPr>
      </a:lvl7pPr>
      <a:lvl8pPr marL="0" marR="0" indent="16002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latin typeface="+mn-lt"/>
          <a:ea typeface="+mn-ea"/>
          <a:cs typeface="+mn-cs"/>
          <a:sym typeface="Helvetica Neue Light"/>
        </a:defRPr>
      </a:lvl8pPr>
      <a:lvl9pPr marL="0" marR="0" indent="18288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a:gsLst>
            <a:gs pos="0">
              <a:schemeClr val="accent1">
                <a:lumMod val="5000"/>
                <a:lumOff val="95000"/>
              </a:schemeClr>
            </a:gs>
            <a:gs pos="100000">
              <a:schemeClr val="accent1">
                <a:lumMod val="30000"/>
                <a:lumOff val="70000"/>
              </a:schemeClr>
            </a:gs>
          </a:gsLst>
          <a:lin ang="5400000" scaled="0"/>
        </a:gradFill>
        <a:effectLst/>
      </p:bgPr>
    </p:bg>
    <p:spTree>
      <p:nvGrpSpPr>
        <p:cNvPr id="36" name=""/>
        <p:cNvGrpSpPr/>
        <p:nvPr/>
      </p:nvGrpSpPr>
      <p:grpSpPr>
        <a:xfrm>
          <a:off x="0" y="0"/>
          <a:ext cx="0" cy="0"/>
          <a:chOff x="0" y="0"/>
          <a:chExt cx="0" cy="0"/>
        </a:xfrm>
      </p:grpSpPr>
      <p:sp>
        <p:nvSpPr>
          <p:cNvPr id="1048678" name="矩形 9"/>
          <p:cNvSpPr/>
          <p:nvPr/>
        </p:nvSpPr>
        <p:spPr>
          <a:xfrm>
            <a:off x="-52740" y="17145"/>
            <a:ext cx="24382800" cy="13716000"/>
          </a:xfrm>
          <a:prstGeom prst="rect">
            <a:avLst/>
          </a:prstGeom>
          <a:gradFill flip="none" rotWithShape="1">
            <a:gsLst>
              <a:gs pos="0">
                <a:schemeClr val="accent2"/>
              </a:gs>
              <a:gs pos="100000">
                <a:schemeClr val="accent1"/>
              </a:gs>
            </a:gsLst>
            <a:lin ang="3403977" scaled="0"/>
          </a:gradFill>
          <a:ln w="12700" cap="flat">
            <a:noFill/>
            <a:miter lim="400000"/>
          </a:ln>
          <a:effectLst/>
        </p:spPr>
        <p:txBody>
          <a:bodyPr rot="0" vertOverflow="overflow" horzOverflow="overflow" vert="horz" wrap="square" lIns="0" tIns="0" rIns="0" bIns="0" numCol="1" spcCol="38100" rtlCol="0" anchor="ctr" forceAA="0">
            <a:spAutoFit/>
          </a:bodyPr>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latin typeface="+mn-lt"/>
              <a:ea typeface="+mn-ea"/>
              <a:cs typeface="+mn-cs"/>
              <a:sym typeface="Helvetica Neue Medium"/>
            </a:endParaRPr>
          </a:p>
        </p:txBody>
      </p:sp>
      <p:grpSp>
        <p:nvGrpSpPr>
          <p:cNvPr id="37" name="组合 8"/>
          <p:cNvGrpSpPr/>
          <p:nvPr/>
        </p:nvGrpSpPr>
        <p:grpSpPr>
          <a:xfrm>
            <a:off x="7438223" y="2174722"/>
            <a:ext cx="9400878" cy="9400879"/>
            <a:chOff x="5756" y="3338"/>
            <a:chExt cx="14805" cy="14805"/>
          </a:xfrm>
        </p:grpSpPr>
        <p:sp>
          <p:nvSpPr>
            <p:cNvPr id="1048679" name="Кружок"/>
            <p:cNvSpPr/>
            <p:nvPr/>
          </p:nvSpPr>
          <p:spPr>
            <a:xfrm>
              <a:off x="5756" y="3338"/>
              <a:ext cx="14805" cy="14805"/>
            </a:xfrm>
            <a:prstGeom prst="ellipse">
              <a:avLst/>
            </a:prstGeom>
            <a:solidFill>
              <a:srgbClr val="FFFFFF"/>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1048680" name="Radiance"/>
            <p:cNvSpPr txBox="1"/>
            <p:nvPr/>
          </p:nvSpPr>
          <p:spPr>
            <a:xfrm>
              <a:off x="11852" y="13602"/>
              <a:ext cx="2781" cy="2098"/>
            </a:xfrm>
            <a:prstGeom prst="rect">
              <a:avLst/>
            </a:prstGeom>
            <a:ln w="12700">
              <a:miter lim="400000"/>
            </a:ln>
          </p:spPr>
          <p:txBody>
            <a:bodyPr wrap="none" lIns="50800" tIns="50800" rIns="50800" bIns="50800" anchor="ctr">
              <a:spAutoFit/>
            </a:bodyPr>
            <a:lstStyle>
              <a:lvl1pPr>
                <a:defRPr sz="8000" b="0">
                  <a:solidFill>
                    <a:srgbClr val="31333E"/>
                  </a:solidFill>
                  <a:latin typeface="Maven Pro Bold"/>
                  <a:ea typeface="Maven Pro Bold"/>
                  <a:cs typeface="Maven Pro Bold"/>
                  <a:sym typeface="Maven Pro Bold"/>
                </a:defRPr>
              </a:lvl1pPr>
            </a:lstStyle>
            <a:p>
              <a:pPr algn="ctr"/>
              <a:r>
                <a:rPr lang="en-US" dirty="0">
                  <a:solidFill>
                    <a:schemeClr val="tx1"/>
                  </a:solidFill>
                  <a:latin typeface="Calibri" panose="020F0502020204030204" charset="0"/>
                  <a:ea typeface="Calibri" panose="020F0502020204030204" charset="0"/>
                  <a:cs typeface="Calibri" panose="020F0502020204030204" charset="0"/>
                </a:rPr>
                <a:t>NFC</a:t>
              </a:r>
              <a:endParaRPr lang="en-US" dirty="0">
                <a:solidFill>
                  <a:schemeClr val="tx1"/>
                </a:solidFill>
                <a:latin typeface="Calibri" panose="020F0502020204030204" charset="0"/>
                <a:ea typeface="Calibri" panose="020F0502020204030204" charset="0"/>
                <a:cs typeface="Calibri" panose="020F0502020204030204" charset="0"/>
              </a:endParaRPr>
            </a:p>
          </p:txBody>
        </p:sp>
      </p:grpSp>
      <p:pic>
        <p:nvPicPr>
          <p:cNvPr id="2097153" name="Picture Placeholder 17" descr="pngkey.com-technology-png-146170"/>
          <p:cNvPicPr>
            <a:picLocks noChangeAspect="1"/>
          </p:cNvPicPr>
          <p:nvPr>
            <p:ph type="pic" sz="quarter" idx="10"/>
          </p:nvPr>
        </p:nvPicPr>
        <p:blipFill>
          <a:blip r:embed="rId1"/>
          <a:stretch>
            <a:fillRect/>
          </a:stretch>
        </p:blipFill>
        <p:spPr>
          <a:xfrm>
            <a:off x="10149205" y="4222750"/>
            <a:ext cx="3978910" cy="3978910"/>
          </a:xfrm>
          <a:prstGeom prst="ellipse">
            <a:avLst/>
          </a:prstGeom>
        </p:spPr>
      </p:pic>
      <p:sp>
        <p:nvSpPr>
          <p:cNvPr id="2" name="Text Box 1"/>
          <p:cNvSpPr txBox="1"/>
          <p:nvPr/>
        </p:nvSpPr>
        <p:spPr>
          <a:xfrm>
            <a:off x="17332325" y="11344275"/>
            <a:ext cx="6561455" cy="1948180"/>
          </a:xfrm>
          <a:prstGeom prst="rect">
            <a:avLst/>
          </a:prstGeom>
          <a:noFill/>
          <a:ln w="12700" cap="flat">
            <a:noFill/>
            <a:miter lim="400000"/>
          </a:ln>
        </p:spPr>
        <p:style>
          <a:lnRef idx="0">
            <a:scrgbClr r="0" g="0" b="0"/>
          </a:lnRef>
          <a:fillRef idx="0">
            <a:scrgbClr r="0" g="0" b="0"/>
          </a:fillRef>
          <a:effectRef idx="0">
            <a:scrgbClr r="0" g="0" b="0"/>
          </a:effectRef>
          <a:fontRef idx="none">
            <a:srgbClr val="000000"/>
          </a:fontRef>
        </p:style>
        <p:txBody>
          <a:bodyPr rot="0" vertOverflow="overflow" horzOverflow="overflow" vert="horz" wrap="square" lIns="50800" tIns="50800" rIns="50800" bIns="50800" numCol="1" spcCol="38100" rtlCol="0" anchor="ctr" forceAA="0">
            <a:spAutoFit/>
          </a:bodyPr>
          <a:p>
            <a:pPr marL="0" marR="0" indent="0" algn="just" defTabSz="825500" rtl="0" fontAlgn="auto" latinLnBrk="0" hangingPunct="0">
              <a:lnSpc>
                <a:spcPct val="100000"/>
              </a:lnSpc>
              <a:spcBef>
                <a:spcPts val="0"/>
              </a:spcBef>
              <a:spcAft>
                <a:spcPts val="0"/>
              </a:spcAft>
              <a:buClrTx/>
              <a:buSzTx/>
              <a:buFontTx/>
              <a:buNone/>
            </a:pPr>
            <a:r>
              <a:rPr kumimoji="0" lang="en-US" sz="3000" b="0" i="0" u="none" strike="noStrike" cap="none" spc="0" normalizeH="0" baseline="0">
                <a:ln>
                  <a:noFill/>
                </a:ln>
                <a:solidFill>
                  <a:schemeClr val="bg1">
                    <a:lumMod val="95000"/>
                  </a:schemeClr>
                </a:solidFill>
                <a:effectLst/>
                <a:latin typeface="Calibri" panose="020F0502020204030204" charset="0"/>
                <a:ea typeface="Helvetica Neue"/>
                <a:cs typeface="Calibri" panose="020F0502020204030204" charset="0"/>
                <a:sym typeface="Helvetica Neue"/>
              </a:rPr>
              <a:t>			</a:t>
            </a:r>
            <a:r>
              <a:rPr kumimoji="0" lang="en-US" sz="3000" b="0" i="0" u="sng" strike="noStrike" cap="none" spc="0" normalizeH="0" baseline="0">
                <a:ln>
                  <a:noFill/>
                </a:ln>
                <a:solidFill>
                  <a:schemeClr val="bg1">
                    <a:lumMod val="95000"/>
                  </a:schemeClr>
                </a:solidFill>
                <a:effectLst/>
                <a:latin typeface="Calibri" panose="020F0502020204030204" charset="0"/>
                <a:ea typeface="Helvetica Neue"/>
                <a:cs typeface="Calibri" panose="020F0502020204030204" charset="0"/>
                <a:sym typeface="Helvetica Neue"/>
              </a:rPr>
              <a:t>About us</a:t>
            </a:r>
            <a:endParaRPr kumimoji="0" lang="en-US" sz="3000" b="0" i="0" u="none" strike="noStrike" cap="none" spc="0" normalizeH="0" baseline="0">
              <a:ln>
                <a:noFill/>
              </a:ln>
              <a:solidFill>
                <a:schemeClr val="bg1">
                  <a:lumMod val="95000"/>
                </a:schemeClr>
              </a:solidFill>
              <a:effectLst/>
              <a:latin typeface="Calibri" panose="020F0502020204030204" charset="0"/>
              <a:ea typeface="Helvetica Neue"/>
              <a:cs typeface="Calibri" panose="020F0502020204030204" charset="0"/>
              <a:sym typeface="Helvetica Neue"/>
            </a:endParaRPr>
          </a:p>
          <a:p>
            <a:pPr marL="0" marR="0" indent="0" algn="just" defTabSz="825500" rtl="0" fontAlgn="auto" latinLnBrk="0" hangingPunct="0">
              <a:lnSpc>
                <a:spcPct val="100000"/>
              </a:lnSpc>
              <a:spcBef>
                <a:spcPts val="0"/>
              </a:spcBef>
              <a:spcAft>
                <a:spcPts val="0"/>
              </a:spcAft>
              <a:buClrTx/>
              <a:buSzTx/>
              <a:buFontTx/>
              <a:buNone/>
            </a:pPr>
            <a:r>
              <a:rPr kumimoji="0" lang="en-US" sz="3000" b="0" i="0" u="none" strike="noStrike" cap="none" spc="0" normalizeH="0" baseline="0">
                <a:ln>
                  <a:noFill/>
                </a:ln>
                <a:solidFill>
                  <a:schemeClr val="bg1">
                    <a:lumMod val="95000"/>
                  </a:schemeClr>
                </a:solidFill>
                <a:effectLst/>
                <a:latin typeface="Calibri" panose="020F0502020204030204" charset="0"/>
                <a:ea typeface="Helvetica Neue"/>
                <a:cs typeface="Calibri" panose="020F0502020204030204" charset="0"/>
                <a:sym typeface="Helvetica Neue"/>
              </a:rPr>
              <a:t>Name:-		Mr.Krish Ujeniya</a:t>
            </a:r>
            <a:endParaRPr kumimoji="0" lang="en-US" sz="3000" b="0" i="0" u="none" strike="noStrike" cap="none" spc="0" normalizeH="0" baseline="0">
              <a:ln>
                <a:noFill/>
              </a:ln>
              <a:solidFill>
                <a:schemeClr val="bg1">
                  <a:lumMod val="95000"/>
                </a:schemeClr>
              </a:solidFill>
              <a:effectLst/>
              <a:latin typeface="Calibri" panose="020F0502020204030204" charset="0"/>
              <a:ea typeface="Helvetica Neue"/>
              <a:cs typeface="Calibri" panose="020F0502020204030204" charset="0"/>
              <a:sym typeface="Helvetica Neue"/>
            </a:endParaRPr>
          </a:p>
          <a:p>
            <a:pPr marL="0" marR="0" indent="0" algn="just" defTabSz="825500" rtl="0" fontAlgn="auto" latinLnBrk="0" hangingPunct="0">
              <a:lnSpc>
                <a:spcPct val="100000"/>
              </a:lnSpc>
              <a:spcBef>
                <a:spcPts val="0"/>
              </a:spcBef>
              <a:spcAft>
                <a:spcPts val="0"/>
              </a:spcAft>
              <a:buClrTx/>
              <a:buSzTx/>
              <a:buFontTx/>
              <a:buNone/>
            </a:pPr>
            <a:r>
              <a:rPr kumimoji="0" lang="en-US" sz="3000" b="0" i="0" u="none" strike="noStrike" cap="none" spc="0" normalizeH="0" baseline="0">
                <a:ln>
                  <a:noFill/>
                </a:ln>
                <a:solidFill>
                  <a:schemeClr val="bg1">
                    <a:lumMod val="95000"/>
                  </a:schemeClr>
                </a:solidFill>
                <a:effectLst/>
                <a:latin typeface="Calibri" panose="020F0502020204030204" charset="0"/>
                <a:ea typeface="Helvetica Neue"/>
                <a:cs typeface="Calibri" panose="020F0502020204030204" charset="0"/>
                <a:sym typeface="Helvetica Neue"/>
              </a:rPr>
              <a:t>En No:-		216120316028</a:t>
            </a:r>
            <a:endParaRPr kumimoji="0" lang="en-US" sz="3000" b="0" i="0" u="none" strike="noStrike" cap="none" spc="0" normalizeH="0" baseline="0">
              <a:ln>
                <a:noFill/>
              </a:ln>
              <a:solidFill>
                <a:schemeClr val="bg1">
                  <a:lumMod val="95000"/>
                </a:schemeClr>
              </a:solidFill>
              <a:effectLst/>
              <a:latin typeface="Calibri" panose="020F0502020204030204" charset="0"/>
              <a:ea typeface="Helvetica Neue"/>
              <a:cs typeface="Calibri" panose="020F0502020204030204" charset="0"/>
              <a:sym typeface="Helvetica Neue"/>
            </a:endParaRPr>
          </a:p>
          <a:p>
            <a:pPr marL="0" marR="0" indent="0" algn="just" defTabSz="825500" rtl="0" fontAlgn="auto" latinLnBrk="0" hangingPunct="0">
              <a:lnSpc>
                <a:spcPct val="100000"/>
              </a:lnSpc>
              <a:spcBef>
                <a:spcPts val="0"/>
              </a:spcBef>
              <a:spcAft>
                <a:spcPts val="0"/>
              </a:spcAft>
              <a:buClrTx/>
              <a:buSzTx/>
              <a:buFontTx/>
              <a:buNone/>
            </a:pPr>
            <a:r>
              <a:rPr kumimoji="0" lang="en-US" sz="3000" b="0" i="0" u="none" strike="noStrike" cap="none" spc="0" normalizeH="0" baseline="0">
                <a:ln>
                  <a:noFill/>
                </a:ln>
                <a:solidFill>
                  <a:schemeClr val="bg1">
                    <a:lumMod val="95000"/>
                  </a:schemeClr>
                </a:solidFill>
                <a:effectLst/>
                <a:latin typeface="Calibri" panose="020F0502020204030204" charset="0"/>
                <a:ea typeface="Helvetica Neue"/>
                <a:cs typeface="Calibri" panose="020F0502020204030204" charset="0"/>
                <a:sym typeface="Helvetica Neue"/>
              </a:rPr>
              <a:t>Guided by:- 	Mr.Dharmesh Dhanger</a:t>
            </a:r>
            <a:endParaRPr kumimoji="0" lang="en-US" sz="3000" b="0" i="0" u="none" strike="noStrike" cap="none" spc="0" normalizeH="0" baseline="0">
              <a:ln>
                <a:noFill/>
              </a:ln>
              <a:solidFill>
                <a:schemeClr val="bg1">
                  <a:lumMod val="95000"/>
                </a:schemeClr>
              </a:solidFill>
              <a:effectLst/>
              <a:latin typeface="Calibri" panose="020F0502020204030204" charset="0"/>
              <a:ea typeface="Helvetica Neue"/>
              <a:cs typeface="Calibri" panose="020F0502020204030204" charset="0"/>
              <a:sym typeface="Helvetica Neue"/>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38" name=""/>
        <p:cNvGrpSpPr/>
        <p:nvPr/>
      </p:nvGrpSpPr>
      <p:grpSpPr>
        <a:xfrm>
          <a:off x="0" y="0"/>
          <a:ext cx="0" cy="0"/>
          <a:chOff x="0" y="0"/>
          <a:chExt cx="0" cy="0"/>
        </a:xfrm>
      </p:grpSpPr>
      <p:sp>
        <p:nvSpPr>
          <p:cNvPr id="1048683" name="Numbered List"/>
          <p:cNvSpPr txBox="1"/>
          <p:nvPr/>
        </p:nvSpPr>
        <p:spPr>
          <a:xfrm>
            <a:off x="7635875" y="1844675"/>
            <a:ext cx="9112250" cy="1209040"/>
          </a:xfrm>
          <a:prstGeom prst="rect">
            <a:avLst/>
          </a:prstGeom>
          <a:noFill/>
          <a:ln w="12700" cap="flat">
            <a:noFill/>
            <a:miter lim="400000"/>
          </a:ln>
          <a:effectLst/>
        </p:spPr>
        <p:txBody>
          <a:bodyPr wrap="square" lIns="50800" tIns="50800" rIns="50800" bIns="50800" numCol="1" anchor="ctr">
            <a:spAutoFit/>
          </a:bodyPr>
          <a:lstStyle>
            <a:lvl1pPr>
              <a:defRPr sz="8000" b="0">
                <a:solidFill>
                  <a:srgbClr val="31333D"/>
                </a:solidFill>
                <a:latin typeface="Maven Pro Medium"/>
                <a:ea typeface="Maven Pro Medium"/>
                <a:cs typeface="Maven Pro Medium"/>
                <a:sym typeface="Maven Pro Medium"/>
              </a:defRPr>
            </a:lvl1pPr>
          </a:lstStyle>
          <a:p>
            <a:r>
              <a:rPr lang="en-US" altLang="zh-CN" sz="7200">
                <a:latin typeface="Calibri" panose="020F0502020204030204" charset="0"/>
                <a:ea typeface="Calibri" panose="020F0502020204030204" charset="0"/>
                <a:cs typeface="Calibri" panose="020F0502020204030204" charset="0"/>
              </a:rPr>
              <a:t>CONTENT</a:t>
            </a:r>
            <a:endParaRPr lang="en-US" altLang="zh-CN" sz="7200">
              <a:latin typeface="Calibri" panose="020F0502020204030204" charset="0"/>
              <a:ea typeface="Calibri" panose="020F0502020204030204" charset="0"/>
              <a:cs typeface="Calibri" panose="020F0502020204030204" charset="0"/>
            </a:endParaRPr>
          </a:p>
        </p:txBody>
      </p:sp>
      <p:sp>
        <p:nvSpPr>
          <p:cNvPr id="1048684" name="Фигура"/>
          <p:cNvSpPr/>
          <p:nvPr/>
        </p:nvSpPr>
        <p:spPr>
          <a:xfrm>
            <a:off x="11403330" y="3079115"/>
            <a:ext cx="1576705" cy="560705"/>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flip="none" rotWithShape="1">
            <a:gsLst>
              <a:gs pos="0">
                <a:schemeClr val="accent2"/>
              </a:gs>
              <a:gs pos="100000">
                <a:schemeClr val="accent1"/>
              </a:gs>
            </a:gsLst>
            <a:lin ang="2015830" scaled="0"/>
          </a:gradFill>
          <a:ln w="12700" cap="flat">
            <a:noFill/>
            <a:miter lim="400000"/>
          </a:ln>
          <a:effectLst/>
        </p:spPr>
        <p:txBody>
          <a:bodyPr wrap="square" lIns="0" tIns="0" rIns="0" bIns="0" numCol="1" anchor="ctr">
            <a:noAutofit/>
          </a:bodyPr>
          <a:p>
            <a:pPr>
              <a:defRPr sz="3200" b="0">
                <a:solidFill>
                  <a:srgbClr val="FFFFFF"/>
                </a:solidFill>
                <a:latin typeface="+mn-lt"/>
                <a:ea typeface="+mn-ea"/>
                <a:cs typeface="+mn-cs"/>
                <a:sym typeface="Helvetica Neue Medium"/>
              </a:defRPr>
            </a:pPr>
            <a:endParaRPr dirty="0">
              <a:latin typeface="Calibri" panose="020F0502020204030204" charset="0"/>
              <a:ea typeface="Calibri" panose="020F0502020204030204" charset="0"/>
              <a:cs typeface="Calibri" panose="020F0502020204030204" charset="0"/>
            </a:endParaRPr>
          </a:p>
        </p:txBody>
      </p:sp>
      <p:grpSp>
        <p:nvGrpSpPr>
          <p:cNvPr id="39" name="Группа"/>
          <p:cNvGrpSpPr/>
          <p:nvPr/>
        </p:nvGrpSpPr>
        <p:grpSpPr>
          <a:xfrm rot="0">
            <a:off x="2356485" y="4445000"/>
            <a:ext cx="9291321" cy="3420111"/>
            <a:chOff x="0" y="0"/>
            <a:chExt cx="9291510" cy="3419823"/>
          </a:xfrm>
        </p:grpSpPr>
        <p:sp>
          <p:nvSpPr>
            <p:cNvPr id="1048685" name="Кружок"/>
            <p:cNvSpPr/>
            <p:nvPr/>
          </p:nvSpPr>
          <p:spPr>
            <a:xfrm>
              <a:off x="217152" y="441424"/>
              <a:ext cx="2978399" cy="2978399"/>
            </a:xfrm>
            <a:prstGeom prst="ellipse">
              <a:avLst/>
            </a:prstGeom>
            <a:solidFill>
              <a:srgbClr val="FFFFFF"/>
            </a:solidFill>
            <a:ln w="12700" cap="flat">
              <a:noFill/>
              <a:miter lim="400000"/>
            </a:ln>
            <a:effectLst/>
          </p:spPr>
          <p:txBody>
            <a:bodyPr wrap="square" lIns="0" tIns="0" rIns="0" bIns="0" numCol="1" anchor="ctr">
              <a:noAutofit/>
            </a:bodyPr>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1048686" name="01"/>
            <p:cNvSpPr txBox="1"/>
            <p:nvPr/>
          </p:nvSpPr>
          <p:spPr>
            <a:xfrm>
              <a:off x="0" y="0"/>
              <a:ext cx="2167657" cy="1295401"/>
            </a:xfrm>
            <a:prstGeom prst="rect">
              <a:avLst/>
            </a:prstGeom>
            <a:noFill/>
            <a:ln w="12700" cap="flat">
              <a:noFill/>
              <a:miter lim="400000"/>
            </a:ln>
            <a:effectLst/>
          </p:spPr>
          <p:txBody>
            <a:bodyPr wrap="square" lIns="50800" tIns="50800" rIns="50800" bIns="50800" numCol="1" anchor="ctr">
              <a:spAutoFit/>
            </a:bodyPr>
            <a:lstStyle>
              <a:lvl1pPr algn="l">
                <a:defRPr sz="8000" b="0">
                  <a:solidFill>
                    <a:srgbClr val="31333D"/>
                  </a:solidFill>
                  <a:latin typeface="Maven Pro Medium"/>
                  <a:ea typeface="Maven Pro Medium"/>
                  <a:cs typeface="Maven Pro Medium"/>
                  <a:sym typeface="Maven Pro Medium"/>
                </a:defRPr>
              </a:lvl1pPr>
            </a:lstStyle>
            <a:p>
              <a:r>
                <a:rPr>
                  <a:latin typeface="Calibri" panose="020F0502020204030204" charset="0"/>
                  <a:ea typeface="Calibri" panose="020F0502020204030204" charset="0"/>
                  <a:cs typeface="Calibri" panose="020F0502020204030204" charset="0"/>
                </a:rPr>
                <a:t>01</a:t>
              </a:r>
              <a:endParaRPr>
                <a:latin typeface="Calibri" panose="020F0502020204030204" charset="0"/>
                <a:ea typeface="Calibri" panose="020F0502020204030204" charset="0"/>
                <a:cs typeface="Calibri" panose="020F0502020204030204" charset="0"/>
              </a:endParaRPr>
            </a:p>
          </p:txBody>
        </p:sp>
        <p:sp>
          <p:nvSpPr>
            <p:cNvPr id="1048687" name="Lorem ipsum dolor sit amet, consectetur adipiscing elit, sed do eiusmod tempor incididunt ut labore et quis nostrud exercitation ullamco laboris nisi ut"/>
            <p:cNvSpPr txBox="1"/>
            <p:nvPr/>
          </p:nvSpPr>
          <p:spPr>
            <a:xfrm>
              <a:off x="1161705" y="1104900"/>
              <a:ext cx="8129805" cy="1098457"/>
            </a:xfrm>
            <a:prstGeom prst="rect">
              <a:avLst/>
            </a:prstGeom>
            <a:noFill/>
            <a:ln w="12700" cap="flat">
              <a:noFill/>
              <a:miter lim="400000"/>
            </a:ln>
            <a:effectLst/>
          </p:spPr>
          <p:txBody>
            <a:bodyPr wrap="square" lIns="50800" tIns="50800" rIns="50800" bIns="50800" numCol="1" anchor="t">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r>
                <a:rPr lang="en-US" sz="5400">
                  <a:latin typeface="Calibri" panose="020F0502020204030204" charset="0"/>
                  <a:ea typeface="Calibri" panose="020F0502020204030204" charset="0"/>
                  <a:cs typeface="Calibri" panose="020F0502020204030204" charset="0"/>
                  <a:sym typeface="+mn-ea"/>
                </a:rPr>
                <a:t>Introduction of NFC</a:t>
              </a:r>
              <a:endParaRPr lang="en-US" sz="5400">
                <a:latin typeface="Calibri" panose="020F0502020204030204" charset="0"/>
                <a:ea typeface="Calibri" panose="020F0502020204030204" charset="0"/>
                <a:cs typeface="Calibri" panose="020F0502020204030204" charset="0"/>
                <a:sym typeface="+mn-ea"/>
              </a:endParaRPr>
            </a:p>
          </p:txBody>
        </p:sp>
      </p:grpSp>
      <p:grpSp>
        <p:nvGrpSpPr>
          <p:cNvPr id="40" name="Группа"/>
          <p:cNvGrpSpPr/>
          <p:nvPr/>
        </p:nvGrpSpPr>
        <p:grpSpPr>
          <a:xfrm rot="0">
            <a:off x="2356485" y="8534400"/>
            <a:ext cx="9291321" cy="3420111"/>
            <a:chOff x="0" y="0"/>
            <a:chExt cx="9291510" cy="3419823"/>
          </a:xfrm>
        </p:grpSpPr>
        <p:sp>
          <p:nvSpPr>
            <p:cNvPr id="1048688" name="Кружок"/>
            <p:cNvSpPr/>
            <p:nvPr/>
          </p:nvSpPr>
          <p:spPr>
            <a:xfrm>
              <a:off x="217152" y="441424"/>
              <a:ext cx="2978399" cy="2978399"/>
            </a:xfrm>
            <a:prstGeom prst="ellipse">
              <a:avLst/>
            </a:prstGeom>
            <a:solidFill>
              <a:srgbClr val="FFFFFF"/>
            </a:solidFill>
            <a:ln w="12700" cap="flat">
              <a:noFill/>
              <a:miter lim="400000"/>
            </a:ln>
            <a:effectLst/>
          </p:spPr>
          <p:txBody>
            <a:bodyPr wrap="square" lIns="0" tIns="0" rIns="0" bIns="0" numCol="1" anchor="ctr">
              <a:noAutofit/>
            </a:bodyPr>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1048689" name="02"/>
            <p:cNvSpPr txBox="1"/>
            <p:nvPr/>
          </p:nvSpPr>
          <p:spPr>
            <a:xfrm>
              <a:off x="0" y="0"/>
              <a:ext cx="2167657" cy="1295401"/>
            </a:xfrm>
            <a:prstGeom prst="rect">
              <a:avLst/>
            </a:prstGeom>
            <a:noFill/>
            <a:ln w="12700" cap="flat">
              <a:noFill/>
              <a:miter lim="400000"/>
            </a:ln>
            <a:effectLst/>
          </p:spPr>
          <p:txBody>
            <a:bodyPr wrap="square" lIns="50800" tIns="50800" rIns="50800" bIns="50800" numCol="1" anchor="ctr">
              <a:spAutoFit/>
            </a:bodyPr>
            <a:lstStyle>
              <a:lvl1pPr algn="l">
                <a:defRPr sz="8000" b="0">
                  <a:solidFill>
                    <a:srgbClr val="31333D"/>
                  </a:solidFill>
                  <a:latin typeface="Maven Pro Medium"/>
                  <a:ea typeface="Maven Pro Medium"/>
                  <a:cs typeface="Maven Pro Medium"/>
                  <a:sym typeface="Maven Pro Medium"/>
                </a:defRPr>
              </a:lvl1pPr>
            </a:lstStyle>
            <a:p>
              <a:r>
                <a:rPr>
                  <a:latin typeface="Calibri" panose="020F0502020204030204" charset="0"/>
                  <a:ea typeface="Calibri" panose="020F0502020204030204" charset="0"/>
                  <a:cs typeface="Calibri" panose="020F0502020204030204" charset="0"/>
                </a:rPr>
                <a:t>02</a:t>
              </a:r>
              <a:endParaRPr>
                <a:latin typeface="Calibri" panose="020F0502020204030204" charset="0"/>
                <a:ea typeface="Calibri" panose="020F0502020204030204" charset="0"/>
                <a:cs typeface="Calibri" panose="020F0502020204030204" charset="0"/>
              </a:endParaRPr>
            </a:p>
          </p:txBody>
        </p:sp>
        <p:sp>
          <p:nvSpPr>
            <p:cNvPr id="1048690" name="Lorem ipsum dolor sit amet, consectetur adipiscing elit, sed do eiusmod tempor incididunt ut labore et quis nostrud exercitation ullamco laboris nisi ut"/>
            <p:cNvSpPr txBox="1"/>
            <p:nvPr/>
          </p:nvSpPr>
          <p:spPr>
            <a:xfrm>
              <a:off x="1161705" y="1104900"/>
              <a:ext cx="8129805" cy="1098457"/>
            </a:xfrm>
            <a:prstGeom prst="rect">
              <a:avLst/>
            </a:prstGeom>
            <a:noFill/>
            <a:ln w="12700" cap="flat">
              <a:noFill/>
              <a:miter lim="400000"/>
            </a:ln>
            <a:effectLst/>
          </p:spPr>
          <p:txBody>
            <a:bodyPr wrap="square" lIns="50800" tIns="50800" rIns="50800" bIns="50800" numCol="1" anchor="t">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r>
                <a:rPr lang="en-US" sz="5400">
                  <a:latin typeface="Calibri" panose="020F0502020204030204" charset="0"/>
                  <a:ea typeface="Calibri" panose="020F0502020204030204" charset="0"/>
                  <a:cs typeface="Calibri" panose="020F0502020204030204" charset="0"/>
                </a:rPr>
                <a:t>NFC tags</a:t>
              </a:r>
              <a:endParaRPr lang="en-US" sz="5400">
                <a:latin typeface="Calibri" panose="020F0502020204030204" charset="0"/>
                <a:ea typeface="Calibri" panose="020F0502020204030204" charset="0"/>
                <a:cs typeface="Calibri" panose="020F0502020204030204" charset="0"/>
              </a:endParaRPr>
            </a:p>
          </p:txBody>
        </p:sp>
      </p:grpSp>
      <p:grpSp>
        <p:nvGrpSpPr>
          <p:cNvPr id="41" name="Группа"/>
          <p:cNvGrpSpPr/>
          <p:nvPr/>
        </p:nvGrpSpPr>
        <p:grpSpPr>
          <a:xfrm rot="0">
            <a:off x="12897485" y="4445000"/>
            <a:ext cx="9291321" cy="3420111"/>
            <a:chOff x="0" y="0"/>
            <a:chExt cx="9291510" cy="3419823"/>
          </a:xfrm>
        </p:grpSpPr>
        <p:sp>
          <p:nvSpPr>
            <p:cNvPr id="1048691" name="Кружок"/>
            <p:cNvSpPr/>
            <p:nvPr/>
          </p:nvSpPr>
          <p:spPr>
            <a:xfrm>
              <a:off x="217152" y="441424"/>
              <a:ext cx="2978399" cy="2978399"/>
            </a:xfrm>
            <a:prstGeom prst="ellipse">
              <a:avLst/>
            </a:prstGeom>
            <a:solidFill>
              <a:srgbClr val="FFFFFF"/>
            </a:solidFill>
            <a:ln w="12700" cap="flat">
              <a:noFill/>
              <a:miter lim="400000"/>
            </a:ln>
            <a:effectLst/>
          </p:spPr>
          <p:txBody>
            <a:bodyPr wrap="square" lIns="0" tIns="0" rIns="0" bIns="0" numCol="1" anchor="ctr">
              <a:noAutofit/>
            </a:bodyPr>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1048692" name="03"/>
            <p:cNvSpPr txBox="1"/>
            <p:nvPr/>
          </p:nvSpPr>
          <p:spPr>
            <a:xfrm>
              <a:off x="0" y="0"/>
              <a:ext cx="2167657" cy="1295401"/>
            </a:xfrm>
            <a:prstGeom prst="rect">
              <a:avLst/>
            </a:prstGeom>
            <a:noFill/>
            <a:ln w="12700" cap="flat">
              <a:noFill/>
              <a:miter lim="400000"/>
            </a:ln>
            <a:effectLst/>
          </p:spPr>
          <p:txBody>
            <a:bodyPr wrap="square" lIns="50800" tIns="50800" rIns="50800" bIns="50800" numCol="1" anchor="ctr">
              <a:spAutoFit/>
            </a:bodyPr>
            <a:lstStyle>
              <a:lvl1pPr algn="l">
                <a:defRPr sz="8000" b="0">
                  <a:solidFill>
                    <a:srgbClr val="31333D"/>
                  </a:solidFill>
                  <a:latin typeface="Maven Pro Medium"/>
                  <a:ea typeface="Maven Pro Medium"/>
                  <a:cs typeface="Maven Pro Medium"/>
                  <a:sym typeface="Maven Pro Medium"/>
                </a:defRPr>
              </a:lvl1pPr>
            </a:lstStyle>
            <a:p>
              <a:r>
                <a:rPr>
                  <a:latin typeface="Calibri" panose="020F0502020204030204" charset="0"/>
                  <a:ea typeface="Calibri" panose="020F0502020204030204" charset="0"/>
                  <a:cs typeface="Calibri" panose="020F0502020204030204" charset="0"/>
                </a:rPr>
                <a:t>03</a:t>
              </a:r>
              <a:endParaRPr>
                <a:latin typeface="Calibri" panose="020F0502020204030204" charset="0"/>
                <a:ea typeface="Calibri" panose="020F0502020204030204" charset="0"/>
                <a:cs typeface="Calibri" panose="020F0502020204030204" charset="0"/>
              </a:endParaRPr>
            </a:p>
          </p:txBody>
        </p:sp>
        <p:sp>
          <p:nvSpPr>
            <p:cNvPr id="1048693" name="Lorem ipsum dolor sit amet, consectetur adipiscing elit, sed do eiusmod tempor incididunt ut labore et quis nostrud exercitation ullamco laboris nisi ut"/>
            <p:cNvSpPr txBox="1"/>
            <p:nvPr/>
          </p:nvSpPr>
          <p:spPr>
            <a:xfrm>
              <a:off x="1161705" y="1104900"/>
              <a:ext cx="8129805" cy="1098457"/>
            </a:xfrm>
            <a:prstGeom prst="rect">
              <a:avLst/>
            </a:prstGeom>
            <a:noFill/>
            <a:ln w="12700" cap="flat">
              <a:noFill/>
              <a:miter lim="400000"/>
            </a:ln>
            <a:effectLst/>
          </p:spPr>
          <p:txBody>
            <a:bodyPr wrap="square" lIns="50800" tIns="50800" rIns="50800" bIns="50800" numCol="1" anchor="t">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r>
                <a:rPr lang="en-US" sz="5400">
                  <a:latin typeface="Calibri" panose="020F0502020204030204" charset="0"/>
                  <a:ea typeface="Calibri" panose="020F0502020204030204" charset="0"/>
                  <a:cs typeface="Calibri" panose="020F0502020204030204" charset="0"/>
                  <a:sym typeface="+mn-ea"/>
                </a:rPr>
                <a:t>Working Of NFC</a:t>
              </a:r>
              <a:endParaRPr lang="en-US" sz="5400">
                <a:latin typeface="Calibri" panose="020F0502020204030204" charset="0"/>
                <a:ea typeface="Calibri" panose="020F0502020204030204" charset="0"/>
                <a:cs typeface="Calibri" panose="020F0502020204030204" charset="0"/>
                <a:sym typeface="+mn-ea"/>
              </a:endParaRPr>
            </a:p>
          </p:txBody>
        </p:sp>
      </p:grpSp>
      <p:grpSp>
        <p:nvGrpSpPr>
          <p:cNvPr id="42" name="Группа"/>
          <p:cNvGrpSpPr/>
          <p:nvPr/>
        </p:nvGrpSpPr>
        <p:grpSpPr>
          <a:xfrm rot="0">
            <a:off x="12897485" y="8534400"/>
            <a:ext cx="9291321" cy="3420111"/>
            <a:chOff x="0" y="0"/>
            <a:chExt cx="9291510" cy="3419823"/>
          </a:xfrm>
        </p:grpSpPr>
        <p:sp>
          <p:nvSpPr>
            <p:cNvPr id="1048694" name="Кружок"/>
            <p:cNvSpPr/>
            <p:nvPr/>
          </p:nvSpPr>
          <p:spPr>
            <a:xfrm>
              <a:off x="217152" y="441424"/>
              <a:ext cx="2978399" cy="2978399"/>
            </a:xfrm>
            <a:prstGeom prst="ellipse">
              <a:avLst/>
            </a:prstGeom>
            <a:solidFill>
              <a:srgbClr val="FFFFFF"/>
            </a:solidFill>
            <a:ln w="12700" cap="flat">
              <a:noFill/>
              <a:miter lim="400000"/>
            </a:ln>
            <a:effectLst/>
          </p:spPr>
          <p:txBody>
            <a:bodyPr wrap="square" lIns="0" tIns="0" rIns="0" bIns="0" numCol="1" anchor="ctr">
              <a:noAutofit/>
            </a:bodyPr>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1048695" name="04"/>
            <p:cNvSpPr txBox="1"/>
            <p:nvPr/>
          </p:nvSpPr>
          <p:spPr>
            <a:xfrm>
              <a:off x="0" y="0"/>
              <a:ext cx="2167657" cy="1295401"/>
            </a:xfrm>
            <a:prstGeom prst="rect">
              <a:avLst/>
            </a:prstGeom>
            <a:noFill/>
            <a:ln w="12700" cap="flat">
              <a:noFill/>
              <a:miter lim="400000"/>
            </a:ln>
            <a:effectLst/>
          </p:spPr>
          <p:txBody>
            <a:bodyPr wrap="square" lIns="50800" tIns="50800" rIns="50800" bIns="50800" numCol="1" anchor="ctr">
              <a:spAutoFit/>
            </a:bodyPr>
            <a:lstStyle>
              <a:lvl1pPr algn="l">
                <a:defRPr sz="8000" b="0">
                  <a:solidFill>
                    <a:srgbClr val="31333D"/>
                  </a:solidFill>
                  <a:latin typeface="Maven Pro Medium"/>
                  <a:ea typeface="Maven Pro Medium"/>
                  <a:cs typeface="Maven Pro Medium"/>
                  <a:sym typeface="Maven Pro Medium"/>
                </a:defRPr>
              </a:lvl1pPr>
            </a:lstStyle>
            <a:p>
              <a:r>
                <a:rPr>
                  <a:latin typeface="Calibri" panose="020F0502020204030204" charset="0"/>
                  <a:ea typeface="Calibri" panose="020F0502020204030204" charset="0"/>
                  <a:cs typeface="Calibri" panose="020F0502020204030204" charset="0"/>
                </a:rPr>
                <a:t>04</a:t>
              </a:r>
              <a:endParaRPr>
                <a:latin typeface="Calibri" panose="020F0502020204030204" charset="0"/>
                <a:ea typeface="Calibri" panose="020F0502020204030204" charset="0"/>
                <a:cs typeface="Calibri" panose="020F0502020204030204" charset="0"/>
              </a:endParaRPr>
            </a:p>
          </p:txBody>
        </p:sp>
        <p:sp>
          <p:nvSpPr>
            <p:cNvPr id="1048696" name="Lorem ipsum dolor sit amet, consectetur adipiscing elit, sed do eiusmod tempor incididunt ut labore et quis nostrud exercitation ullamco laboris nisi ut"/>
            <p:cNvSpPr txBox="1"/>
            <p:nvPr/>
          </p:nvSpPr>
          <p:spPr>
            <a:xfrm>
              <a:off x="1161705" y="1104900"/>
              <a:ext cx="8129805" cy="1098457"/>
            </a:xfrm>
            <a:prstGeom prst="rect">
              <a:avLst/>
            </a:prstGeom>
            <a:noFill/>
            <a:ln w="12700" cap="flat">
              <a:noFill/>
              <a:miter lim="400000"/>
            </a:ln>
            <a:effectLst/>
          </p:spPr>
          <p:txBody>
            <a:bodyPr wrap="square" lIns="50800" tIns="50800" rIns="50800" bIns="50800" numCol="1" anchor="t">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r>
                <a:rPr lang="en-US" sz="5400">
                  <a:latin typeface="Calibri" panose="020F0502020204030204" charset="0"/>
                  <a:ea typeface="Calibri" panose="020F0502020204030204" charset="0"/>
                  <a:cs typeface="Calibri" panose="020F0502020204030204" charset="0"/>
                </a:rPr>
                <a:t>Applications Of NFC</a:t>
              </a:r>
              <a:endParaRPr lang="en-US" sz="5400">
                <a:latin typeface="Calibri" panose="020F0502020204030204" charset="0"/>
                <a:ea typeface="Calibri" panose="020F0502020204030204" charset="0"/>
                <a:cs typeface="Calibri" panose="020F0502020204030204" charset="0"/>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97" name="Кружок"/>
          <p:cNvSpPr/>
          <p:nvPr/>
        </p:nvSpPr>
        <p:spPr>
          <a:xfrm>
            <a:off x="-3273475" y="-73075"/>
            <a:ext cx="18942150" cy="18942150"/>
          </a:xfrm>
          <a:prstGeom prst="ellipse">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1048698" name="Кружок"/>
          <p:cNvSpPr/>
          <p:nvPr/>
        </p:nvSpPr>
        <p:spPr>
          <a:xfrm>
            <a:off x="1346795" y="4547195"/>
            <a:ext cx="9701610" cy="9701610"/>
          </a:xfrm>
          <a:prstGeom prst="ellipse">
            <a:avLst/>
          </a:prstGeom>
          <a:solidFill>
            <a:srgbClr val="FFFFFF"/>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1048699" name="Кружок"/>
          <p:cNvSpPr/>
          <p:nvPr/>
        </p:nvSpPr>
        <p:spPr>
          <a:xfrm>
            <a:off x="3761531" y="6961931"/>
            <a:ext cx="4872138" cy="4872138"/>
          </a:xfrm>
          <a:prstGeom prst="ellipse">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1048700" name="Title text slide with progress bar"/>
          <p:cNvSpPr txBox="1"/>
          <p:nvPr/>
        </p:nvSpPr>
        <p:spPr>
          <a:xfrm>
            <a:off x="1641512" y="5111116"/>
            <a:ext cx="9112176" cy="3548380"/>
          </a:xfrm>
          <a:prstGeom prst="rect">
            <a:avLst/>
          </a:prstGeom>
          <a:ln w="12700">
            <a:miter lim="400000"/>
          </a:ln>
        </p:spPr>
        <p:txBody>
          <a:bodyPr lIns="50800" tIns="50800" rIns="50800" bIns="50800" anchor="ctr">
            <a:spAutoFit/>
          </a:bodyPr>
          <a:lstStyle>
            <a:lvl1pPr algn="l">
              <a:defRPr sz="13000" b="0">
                <a:solidFill>
                  <a:srgbClr val="31333D"/>
                </a:solidFill>
                <a:latin typeface="Maven Pro Medium"/>
                <a:ea typeface="Maven Pro Medium"/>
                <a:cs typeface="Maven Pro Medium"/>
                <a:sym typeface="Maven Pro Medium"/>
              </a:defRPr>
            </a:lvl1pPr>
          </a:lstStyle>
          <a:p>
            <a:pPr algn="ctr"/>
            <a:r>
              <a:rPr lang="en-US" altLang="zh-CN" sz="22400">
                <a:latin typeface="Microsoft YaHei Light" panose="020B0502040204020203" charset="-122"/>
                <a:ea typeface="Microsoft YaHei Light" panose="020B0502040204020203" charset="-122"/>
                <a:cs typeface="Calibri" panose="020F0502020204030204" charset="0"/>
              </a:rPr>
              <a:t>01</a:t>
            </a:r>
            <a:endParaRPr lang="en-US" altLang="zh-CN" sz="22400">
              <a:latin typeface="Microsoft YaHei Light" panose="020B0502040204020203" charset="-122"/>
              <a:ea typeface="Microsoft YaHei Light" panose="020B0502040204020203" charset="-122"/>
              <a:cs typeface="Calibri" panose="020F0502020204030204" charset="0"/>
            </a:endParaRPr>
          </a:p>
        </p:txBody>
      </p:sp>
      <p:grpSp>
        <p:nvGrpSpPr>
          <p:cNvPr id="44" name="Группа"/>
          <p:cNvGrpSpPr/>
          <p:nvPr/>
        </p:nvGrpSpPr>
        <p:grpSpPr>
          <a:xfrm>
            <a:off x="5684440" y="8884840"/>
            <a:ext cx="1026320" cy="1026320"/>
            <a:chOff x="0" y="0"/>
            <a:chExt cx="1026318" cy="1026318"/>
          </a:xfrm>
        </p:grpSpPr>
        <p:sp>
          <p:nvSpPr>
            <p:cNvPr id="1048701" name="Кружок"/>
            <p:cNvSpPr/>
            <p:nvPr/>
          </p:nvSpPr>
          <p:spPr>
            <a:xfrm>
              <a:off x="0" y="0"/>
              <a:ext cx="1026319" cy="1026319"/>
            </a:xfrm>
            <a:prstGeom prst="ellipse">
              <a:avLst/>
            </a:prstGeom>
            <a:gradFill flip="none" rotWithShape="1">
              <a:gsLst>
                <a:gs pos="0">
                  <a:schemeClr val="accent2"/>
                </a:gs>
                <a:gs pos="100000">
                  <a:schemeClr val="accent1"/>
                </a:gs>
              </a:gsLst>
              <a:lin ang="2015830" scaled="0"/>
            </a:gradFill>
            <a:ln w="12700" cap="flat">
              <a:noFill/>
              <a:miter lim="400000"/>
            </a:ln>
            <a:effectLst/>
          </p:spPr>
          <p:txBody>
            <a:bodyPr wrap="square" lIns="0" tIns="0" rIns="0" bIns="0" numCol="1" anchor="ctr">
              <a:noAutofit/>
            </a:bodyPr>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1048702" name="Freeform 11"/>
            <p:cNvSpPr/>
            <p:nvPr/>
          </p:nvSpPr>
          <p:spPr>
            <a:xfrm rot="10800000">
              <a:off x="357656" y="356535"/>
              <a:ext cx="311006" cy="313248"/>
            </a:xfrm>
            <a:custGeom>
              <a:avLst/>
              <a:gdLst/>
              <a:ahLst/>
              <a:cxnLst>
                <a:cxn ang="0">
                  <a:pos x="wd2" y="hd2"/>
                </a:cxn>
                <a:cxn ang="5400000">
                  <a:pos x="wd2" y="hd2"/>
                </a:cxn>
                <a:cxn ang="10800000">
                  <a:pos x="wd2" y="hd2"/>
                </a:cxn>
                <a:cxn ang="16200000">
                  <a:pos x="wd2" y="hd2"/>
                </a:cxn>
              </a:cxnLst>
              <a:rect l="0" t="0" r="r" b="b"/>
              <a:pathLst>
                <a:path w="21600" h="21600" extrusionOk="0">
                  <a:moveTo>
                    <a:pt x="21600" y="9507"/>
                  </a:moveTo>
                  <a:lnTo>
                    <a:pt x="4949" y="9507"/>
                  </a:lnTo>
                  <a:lnTo>
                    <a:pt x="12762" y="1817"/>
                  </a:lnTo>
                  <a:lnTo>
                    <a:pt x="10676" y="0"/>
                  </a:lnTo>
                  <a:lnTo>
                    <a:pt x="0" y="10800"/>
                  </a:lnTo>
                  <a:lnTo>
                    <a:pt x="10676" y="21600"/>
                  </a:lnTo>
                  <a:lnTo>
                    <a:pt x="12762" y="19538"/>
                  </a:lnTo>
                  <a:lnTo>
                    <a:pt x="4949" y="12093"/>
                  </a:lnTo>
                  <a:lnTo>
                    <a:pt x="21600" y="12093"/>
                  </a:lnTo>
                  <a:lnTo>
                    <a:pt x="21600" y="9507"/>
                  </a:lnTo>
                </a:path>
              </a:pathLst>
            </a:custGeom>
            <a:solidFill>
              <a:srgbClr val="FFFFFF"/>
            </a:solidFill>
            <a:ln w="12700" cap="flat">
              <a:noFill/>
              <a:miter lim="400000"/>
            </a:ln>
            <a:effectLst/>
          </p:spPr>
          <p:txBody>
            <a:bodyPr wrap="square" lIns="45719" tIns="45719" rIns="45719" bIns="45719" numCol="1" anchor="ctr">
              <a:noAutofit/>
            </a:bodyPr>
            <a:p>
              <a:pPr algn="l" defTabSz="914400">
                <a:defRPr sz="1800" b="0">
                  <a:latin typeface="Roboto"/>
                  <a:ea typeface="Roboto"/>
                  <a:cs typeface="Roboto"/>
                  <a:sym typeface="Roboto"/>
                </a:defRPr>
              </a:pPr>
              <a:endParaRPr>
                <a:latin typeface="Calibri" panose="020F0502020204030204" charset="0"/>
                <a:ea typeface="Calibri" panose="020F0502020204030204" charset="0"/>
                <a:cs typeface="Calibri" panose="020F0502020204030204" charset="0"/>
              </a:endParaRPr>
            </a:p>
          </p:txBody>
        </p:sp>
      </p:grpSp>
      <p:sp>
        <p:nvSpPr>
          <p:cNvPr id="1048703" name="Round Diagonal Corner Rectangle 1"/>
          <p:cNvSpPr/>
          <p:nvPr/>
        </p:nvSpPr>
        <p:spPr>
          <a:xfrm>
            <a:off x="12314555" y="5426710"/>
            <a:ext cx="9808210" cy="2583815"/>
          </a:xfrm>
          <a:prstGeom prst="round2DiagRect">
            <a:avLst/>
          </a:prstGeom>
          <a:gradFill>
            <a:gsLst>
              <a:gs pos="0">
                <a:schemeClr val="accent2"/>
              </a:gs>
              <a:gs pos="55000">
                <a:schemeClr val="accent1"/>
              </a:gs>
            </a:gsLst>
            <a:lin ang="2640000" scaled="0"/>
          </a:gradFill>
          <a:ln w="12700" cap="flat">
            <a:noFill/>
            <a:miter lim="400000"/>
          </a:ln>
        </p:spPr>
        <p:style>
          <a:lnRef idx="0">
            <a:scrgbClr r="0" g="0" b="0"/>
          </a:lnRef>
          <a:fillRef idx="0">
            <a:scrgbClr r="0" g="0" b="0"/>
          </a:fillRef>
          <a:effectRef idx="0">
            <a:scrgbClr r="0" g="0" b="0"/>
          </a:effectRef>
          <a:fontRef idx="none">
            <a:srgbClr val="000000"/>
          </a:fontRef>
        </p:style>
        <p:txBody>
          <a:bodyPr rot="0" vertOverflow="overflow" horzOverflow="overflow" vert="horz" wrap="square" lIns="0" tIns="0" rIns="0" bIns="0" numCol="1" spcCol="38100" rtlCol="0" anchor="ctr" forceAA="0">
            <a:spAutoFit/>
          </a:bodyPr>
          <a:p>
            <a:pPr marL="0" marR="0" indent="0" algn="ctr" defTabSz="825500" rtl="0" fontAlgn="auto" latinLnBrk="0" hangingPunct="0">
              <a:lnSpc>
                <a:spcPct val="100000"/>
              </a:lnSpc>
              <a:spcBef>
                <a:spcPts val="0"/>
              </a:spcBef>
              <a:spcAft>
                <a:spcPts val="0"/>
              </a:spcAft>
              <a:buClrTx/>
              <a:buSzTx/>
              <a:buFontTx/>
              <a:buNone/>
            </a:pPr>
            <a:endParaRPr kumimoji="0" lang="en-US" sz="3200" b="0" i="0" u="none" strike="noStrike" cap="none" spc="0" normalizeH="0" baseline="0">
              <a:ln>
                <a:noFill/>
              </a:ln>
              <a:solidFill>
                <a:srgbClr val="FFFFFF"/>
              </a:solidFill>
              <a:effectLst/>
              <a:latin typeface="+mn-lt"/>
              <a:ea typeface="+mn-ea"/>
              <a:cs typeface="+mn-cs"/>
              <a:sym typeface="Helvetica Neue Medium"/>
            </a:endParaRPr>
          </a:p>
        </p:txBody>
      </p:sp>
      <p:sp>
        <p:nvSpPr>
          <p:cNvPr id="1048704" name="Text Box 2"/>
          <p:cNvSpPr txBox="1"/>
          <p:nvPr/>
        </p:nvSpPr>
        <p:spPr>
          <a:xfrm>
            <a:off x="12596495" y="5559743"/>
            <a:ext cx="9244330" cy="2317115"/>
          </a:xfrm>
          <a:prstGeom prst="rect">
            <a:avLst/>
          </a:prstGeom>
          <a:noFill/>
          <a:ln w="12700" cap="flat">
            <a:noFill/>
            <a:miter lim="400000"/>
          </a:ln>
        </p:spPr>
        <p:style>
          <a:lnRef idx="0">
            <a:scrgbClr r="0" g="0" b="0"/>
          </a:lnRef>
          <a:fillRef idx="0">
            <a:scrgbClr r="0" g="0" b="0"/>
          </a:fillRef>
          <a:effectRef idx="0">
            <a:scrgbClr r="0" g="0" b="0"/>
          </a:effectRef>
          <a:fontRef idx="none">
            <a:srgbClr val="000000"/>
          </a:fontRef>
        </p:style>
        <p:txBody>
          <a:bodyPr rot="0" vertOverflow="overflow" horzOverflow="overflow" vert="horz" wrap="square" lIns="50800" tIns="50800" rIns="50800" bIns="50800" numCol="1" spcCol="38100" rtlCol="0" anchor="ctr" forceAA="0">
            <a:spAutoFit/>
          </a:bodyPr>
          <a:p>
            <a:pPr marL="0" marR="0" indent="0" algn="ctr" defTabSz="825500" rtl="0" fontAlgn="auto" latinLnBrk="0" hangingPunct="0">
              <a:lnSpc>
                <a:spcPct val="100000"/>
              </a:lnSpc>
              <a:spcBef>
                <a:spcPts val="0"/>
              </a:spcBef>
              <a:spcAft>
                <a:spcPts val="0"/>
              </a:spcAft>
              <a:buClrTx/>
              <a:buSzTx/>
              <a:buFontTx/>
              <a:buNone/>
            </a:pPr>
            <a:r>
              <a:rPr kumimoji="0" lang="en-US" sz="7200" b="1" i="0" u="none" strike="noStrike" cap="none" spc="0" normalizeH="0" baseline="0">
                <a:ln>
                  <a:noFill/>
                </a:ln>
                <a:solidFill>
                  <a:schemeClr val="bg1"/>
                </a:solidFill>
                <a:effectLst/>
                <a:latin typeface="Arial" panose="02080604020202020204" pitchFamily="34" charset="0"/>
                <a:ea typeface="Helvetica Neue"/>
                <a:cs typeface="Arial" panose="02080604020202020204" pitchFamily="34" charset="0"/>
                <a:sym typeface="Helvetica Neue"/>
              </a:rPr>
              <a:t>Introduction of NFC</a:t>
            </a:r>
            <a:endParaRPr kumimoji="0" lang="en-US" sz="7200" b="1" i="0" u="none" strike="noStrike" cap="none" spc="0" normalizeH="0" baseline="0">
              <a:ln>
                <a:noFill/>
              </a:ln>
              <a:solidFill>
                <a:schemeClr val="bg1"/>
              </a:solidFill>
              <a:effectLst/>
              <a:latin typeface="Arial" panose="02080604020202020204" pitchFamily="34" charset="0"/>
              <a:ea typeface="Helvetica Neue"/>
              <a:cs typeface="Arial" panose="02080604020202020204" pitchFamily="34" charset="0"/>
              <a:sym typeface="Helvetica Neue"/>
            </a:endParaRPr>
          </a:p>
        </p:txBody>
      </p:sp>
      <p:pic>
        <p:nvPicPr>
          <p:cNvPr id="2097154" name="Picture Placeholder 27" descr="nfc-wireless-icon"/>
          <p:cNvPicPr>
            <a:picLocks noChangeAspect="1"/>
          </p:cNvPicPr>
          <p:nvPr>
            <p:ph type="pic" sz="quarter" idx="10"/>
          </p:nvPr>
        </p:nvPicPr>
        <p:blipFill>
          <a:blip r:embed="rId1"/>
          <a:stretch>
            <a:fillRect/>
          </a:stretch>
        </p:blipFill>
        <p:spPr>
          <a:xfrm>
            <a:off x="8242300" y="5426710"/>
            <a:ext cx="2806065" cy="28625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726" name="Закругленный прямоугольник"/>
          <p:cNvSpPr/>
          <p:nvPr/>
        </p:nvSpPr>
        <p:spPr>
          <a:xfrm>
            <a:off x="11866344" y="2438400"/>
            <a:ext cx="28171875" cy="8839200"/>
          </a:xfrm>
          <a:prstGeom prst="roundRect">
            <a:avLst>
              <a:gd name="adj" fmla="val 50000"/>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1048727" name="Title text slide"/>
          <p:cNvSpPr txBox="1"/>
          <p:nvPr/>
        </p:nvSpPr>
        <p:spPr>
          <a:xfrm>
            <a:off x="2002155" y="3576638"/>
            <a:ext cx="12872720" cy="1209040"/>
          </a:xfrm>
          <a:prstGeom prst="rect">
            <a:avLst/>
          </a:prstGeom>
          <a:ln w="12700">
            <a:miter lim="400000"/>
          </a:ln>
        </p:spPr>
        <p:txBody>
          <a:bodyPr wrap="square" lIns="50800" tIns="50800" rIns="50800" bIns="50800" anchor="ctr">
            <a:spAutoFit/>
          </a:bodyPr>
          <a:lstStyle>
            <a:lvl1pPr algn="l">
              <a:defRPr sz="8000" b="0">
                <a:solidFill>
                  <a:srgbClr val="31333D"/>
                </a:solidFill>
                <a:latin typeface="Maven Pro Medium"/>
                <a:ea typeface="Maven Pro Medium"/>
                <a:cs typeface="Maven Pro Medium"/>
                <a:sym typeface="Maven Pro Medium"/>
              </a:defRPr>
            </a:lvl1pPr>
          </a:lstStyle>
          <a:p>
            <a:r>
              <a:rPr lang="en-US" sz="7200">
                <a:latin typeface="Calibri" panose="020F0502020204030204" charset="0"/>
                <a:ea typeface="Calibri" panose="020F0502020204030204" charset="0"/>
                <a:cs typeface="Calibri" panose="020F0502020204030204" charset="0"/>
              </a:rPr>
              <a:t>Near field communication</a:t>
            </a:r>
            <a:endParaRPr lang="en-US" sz="7200">
              <a:latin typeface="Calibri" panose="020F0502020204030204" charset="0"/>
              <a:ea typeface="Calibri" panose="020F0502020204030204" charset="0"/>
              <a:cs typeface="Calibri" panose="020F0502020204030204" charset="0"/>
            </a:endParaRPr>
          </a:p>
        </p:txBody>
      </p:sp>
      <p:sp>
        <p:nvSpPr>
          <p:cNvPr id="1048728" name="Фигура"/>
          <p:cNvSpPr/>
          <p:nvPr/>
        </p:nvSpPr>
        <p:spPr>
          <a:xfrm>
            <a:off x="2799299" y="5013659"/>
            <a:ext cx="1576918" cy="560672"/>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a:gsLst>
              <a:gs pos="0">
                <a:schemeClr val="accent2"/>
              </a:gs>
              <a:gs pos="100000">
                <a:schemeClr val="accent1"/>
              </a:gs>
            </a:gsLst>
            <a:lin ang="2015830"/>
          </a:gradFill>
          <a:ln w="12700">
            <a:miter lim="400000"/>
          </a:ln>
        </p:spPr>
        <p:txBody>
          <a:bodyPr lIns="0" tIns="0" rIns="0" bIns="0" anchor="ctr"/>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1048729" name="Ut enim ad minim veniam, quis nostrud exercitation ullamco laboris nisi ut aliquip ex ea commo consequat. Duis aute irure dolor in reprehenderit in Lorem ipsum dolor sit amet, consectetur sed adipiscing elit, sed do eiusmod tempor incididunt ut labore et dolore magna aliqua. Voluptate velit esse cillum dolore eu fugiat nulla pariatur. Excepteur sint occaecat cupidatat non proident, sunt in culpa qui officia deserunt mollit anim sed id est laborum. Sed ut perspiciatis unde omnis iste natus error sit voluptatem accusantium doloremque sed laudantium, totam rem aperi, voluptatem quia voluptas sit aspernatur Excepteur sint occaecat cupidatat non proident, sunt in culpa qui officia voluptatem accusantium doloremque sed laudantium, totam rem aperi, voluptatem quia voluptas"/>
          <p:cNvSpPr txBox="1"/>
          <p:nvPr/>
        </p:nvSpPr>
        <p:spPr>
          <a:xfrm>
            <a:off x="2799080" y="6099175"/>
            <a:ext cx="19335115" cy="6188075"/>
          </a:xfrm>
          <a:prstGeom prst="rect">
            <a:avLst/>
          </a:prstGeom>
          <a:ln w="12700">
            <a:miter lim="400000"/>
          </a:ln>
        </p:spPr>
        <p:txBody>
          <a:bodyPr wrap="square" lIns="50800" tIns="50800" rIns="50800" bIns="50800">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pPr marL="457200" indent="-457200">
              <a:buFont typeface="Arial" panose="02080604020202020204" pitchFamily="34" charset="0"/>
              <a:buChar char="•"/>
            </a:pPr>
            <a:r>
              <a:rPr sz="4800">
                <a:solidFill>
                  <a:schemeClr val="tx1"/>
                </a:solidFill>
                <a:latin typeface="Calibri" panose="020F0502020204030204" charset="0"/>
                <a:ea typeface="Calibri" panose="020F0502020204030204" charset="0"/>
                <a:cs typeface="Calibri" panose="020F0502020204030204" charset="0"/>
              </a:rPr>
              <a:t>NFC allows you to share small payloads of data between an NFC tag and an Android-powered device, or between two Android-powered devices.</a:t>
            </a:r>
            <a:endParaRPr sz="4800">
              <a:solidFill>
                <a:schemeClr val="tx1"/>
              </a:solidFill>
              <a:latin typeface="Calibri" panose="020F0502020204030204" charset="0"/>
              <a:ea typeface="Calibri" panose="020F0502020204030204" charset="0"/>
              <a:cs typeface="Calibri" panose="020F0502020204030204" charset="0"/>
            </a:endParaRPr>
          </a:p>
          <a:p>
            <a:pPr marL="457200" indent="-457200">
              <a:buFont typeface="Arial" panose="02080604020202020204" pitchFamily="34" charset="0"/>
              <a:buChar char="•"/>
            </a:pPr>
            <a:endParaRPr sz="4800">
              <a:solidFill>
                <a:schemeClr val="tx1"/>
              </a:solidFill>
              <a:latin typeface="Calibri" panose="020F0502020204030204" charset="0"/>
              <a:ea typeface="Calibri" panose="020F0502020204030204" charset="0"/>
              <a:cs typeface="Calibri" panose="020F0502020204030204" charset="0"/>
            </a:endParaRPr>
          </a:p>
          <a:p>
            <a:pPr marL="457200" indent="-457200">
              <a:buFont typeface="Arial" panose="02080604020202020204" pitchFamily="34" charset="0"/>
              <a:buChar char="•"/>
            </a:pPr>
            <a:r>
              <a:rPr lang="en-US" sz="4800">
                <a:solidFill>
                  <a:schemeClr val="tx1"/>
                </a:solidFill>
                <a:latin typeface="Calibri" panose="020F0502020204030204" charset="0"/>
                <a:ea typeface="Calibri" panose="020F0502020204030204" charset="0"/>
                <a:cs typeface="Calibri" panose="020F0502020204030204" charset="0"/>
              </a:rPr>
              <a:t>NFC is an Extention of Radio frequeancy identification Technology.</a:t>
            </a:r>
            <a:endParaRPr sz="4800">
              <a:solidFill>
                <a:schemeClr val="tx1"/>
              </a:solidFill>
              <a:latin typeface="Calibri" panose="020F0502020204030204" charset="0"/>
              <a:ea typeface="Calibri" panose="020F0502020204030204" charset="0"/>
              <a:cs typeface="Calibri" panose="020F0502020204030204" charset="0"/>
            </a:endParaRPr>
          </a:p>
          <a:p>
            <a:pPr marL="457200" indent="-457200">
              <a:buFont typeface="Arial" panose="02080604020202020204" pitchFamily="34" charset="0"/>
              <a:buChar char="•"/>
            </a:pPr>
            <a:endParaRPr sz="4800">
              <a:solidFill>
                <a:schemeClr val="tx1"/>
              </a:solidFill>
              <a:latin typeface="Calibri" panose="020F0502020204030204" charset="0"/>
              <a:ea typeface="Calibri" panose="020F0502020204030204" charset="0"/>
              <a:cs typeface="Calibri" panose="020F050202020403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726" name="Закругленный прямоугольник"/>
          <p:cNvSpPr/>
          <p:nvPr/>
        </p:nvSpPr>
        <p:spPr>
          <a:xfrm>
            <a:off x="11866344" y="2438400"/>
            <a:ext cx="28171875" cy="8839200"/>
          </a:xfrm>
          <a:prstGeom prst="roundRect">
            <a:avLst>
              <a:gd name="adj" fmla="val 50000"/>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7" name="Title text slide"/>
          <p:cNvSpPr txBox="1"/>
          <p:nvPr/>
        </p:nvSpPr>
        <p:spPr>
          <a:xfrm>
            <a:off x="2002155" y="3576638"/>
            <a:ext cx="12872720" cy="1209040"/>
          </a:xfrm>
          <a:prstGeom prst="rect">
            <a:avLst/>
          </a:prstGeom>
          <a:ln w="12700">
            <a:miter lim="400000"/>
          </a:ln>
        </p:spPr>
        <p:txBody>
          <a:bodyPr wrap="square" lIns="50800" tIns="50800" rIns="50800" bIns="50800" anchor="ctr">
            <a:spAutoFit/>
          </a:bodyPr>
          <a:lstStyle>
            <a:lvl1pPr algn="l">
              <a:defRPr sz="8000" b="0">
                <a:solidFill>
                  <a:srgbClr val="31333D"/>
                </a:solidFill>
                <a:latin typeface="Maven Pro Medium"/>
                <a:ea typeface="Maven Pro Medium"/>
                <a:cs typeface="Maven Pro Medium"/>
                <a:sym typeface="Maven Pro Medium"/>
              </a:defRPr>
            </a:lvl1pPr>
          </a:lstStyle>
          <a:p>
            <a:r>
              <a:rPr lang="en-US" sz="7200">
                <a:latin typeface="Calibri" panose="020F0502020204030204" charset="0"/>
                <a:ea typeface="Calibri" panose="020F0502020204030204" charset="0"/>
                <a:cs typeface="Calibri" panose="020F0502020204030204" charset="0"/>
              </a:rPr>
              <a:t>Near field communication</a:t>
            </a:r>
            <a:endParaRPr lang="en-US" sz="7200">
              <a:latin typeface="Calibri" panose="020F0502020204030204" charset="0"/>
              <a:ea typeface="Calibri" panose="020F0502020204030204" charset="0"/>
              <a:cs typeface="Calibri" panose="020F0502020204030204" charset="0"/>
            </a:endParaRPr>
          </a:p>
        </p:txBody>
      </p:sp>
      <p:sp>
        <p:nvSpPr>
          <p:cNvPr id="1048728" name="Фигура"/>
          <p:cNvSpPr/>
          <p:nvPr/>
        </p:nvSpPr>
        <p:spPr>
          <a:xfrm>
            <a:off x="2799299" y="5013659"/>
            <a:ext cx="1576918" cy="560672"/>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a:gsLst>
              <a:gs pos="0">
                <a:schemeClr val="accent2"/>
              </a:gs>
              <a:gs pos="100000">
                <a:schemeClr val="accent1"/>
              </a:gs>
            </a:gsLst>
            <a:lin ang="2015830"/>
          </a:gra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9" name="Ut enim ad minim veniam, quis nostrud exercitation ullamco laboris nisi ut aliquip ex ea commo consequat. Duis aute irure dolor in reprehenderit in Lorem ipsum dolor sit amet, consectetur sed adipiscing elit, sed do eiusmod tempor incididunt ut labore et dolore magna aliqua. Voluptate velit esse cillum dolore eu fugiat nulla pariatur. Excepteur sint occaecat cupidatat non proident, sunt in culpa qui officia deserunt mollit anim sed id est laborum. Sed ut perspiciatis unde omnis iste natus error sit voluptatem accusantium doloremque sed laudantium, totam rem aperi, voluptatem quia voluptas sit aspernatur Excepteur sint occaecat cupidatat non proident, sunt in culpa qui officia voluptatem accusantium doloremque sed laudantium, totam rem aperi, voluptatem quia voluptas"/>
          <p:cNvSpPr txBox="1"/>
          <p:nvPr/>
        </p:nvSpPr>
        <p:spPr>
          <a:xfrm>
            <a:off x="2799080" y="6099175"/>
            <a:ext cx="19335115" cy="4415155"/>
          </a:xfrm>
          <a:prstGeom prst="rect">
            <a:avLst/>
          </a:prstGeom>
          <a:ln w="12700">
            <a:miter lim="400000"/>
          </a:ln>
        </p:spPr>
        <p:txBody>
          <a:bodyPr wrap="square" lIns="50800" tIns="50800" rIns="50800" bIns="50800">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pPr marL="457200" indent="-457200">
              <a:buFont typeface="Arial" panose="02080604020202020204" pitchFamily="34" charset="0"/>
              <a:buChar char="•"/>
            </a:pPr>
            <a:r>
              <a:rPr lang="en-US" sz="4800">
                <a:solidFill>
                  <a:schemeClr val="tx1"/>
                </a:solidFill>
                <a:latin typeface="Calibri" panose="020F0502020204030204" charset="0"/>
                <a:ea typeface="Calibri" panose="020F0502020204030204" charset="0"/>
                <a:cs typeface="Calibri" panose="020F0502020204030204" charset="0"/>
              </a:rPr>
              <a:t>RFID is used for tracking and identification by sending radio waves.</a:t>
            </a:r>
            <a:endParaRPr lang="en-US" sz="4800">
              <a:solidFill>
                <a:schemeClr val="tx1"/>
              </a:solidFill>
              <a:latin typeface="Calibri" panose="020F0502020204030204" charset="0"/>
              <a:ea typeface="Calibri" panose="020F0502020204030204" charset="0"/>
              <a:cs typeface="Calibri" panose="020F0502020204030204" charset="0"/>
            </a:endParaRPr>
          </a:p>
          <a:p>
            <a:pPr marL="457200" indent="-457200">
              <a:buFont typeface="Arial" panose="02080604020202020204" pitchFamily="34" charset="0"/>
              <a:buChar char="•"/>
            </a:pPr>
            <a:endParaRPr lang="en-US" sz="4800">
              <a:solidFill>
                <a:schemeClr val="tx1"/>
              </a:solidFill>
              <a:latin typeface="Calibri" panose="020F0502020204030204" charset="0"/>
              <a:ea typeface="Calibri" panose="020F0502020204030204" charset="0"/>
              <a:cs typeface="Calibri" panose="020F0502020204030204" charset="0"/>
            </a:endParaRPr>
          </a:p>
          <a:p>
            <a:pPr marL="457200" indent="-457200">
              <a:buFont typeface="Arial" panose="02080604020202020204" pitchFamily="34" charset="0"/>
              <a:buChar char="•"/>
            </a:pPr>
            <a:r>
              <a:rPr lang="en-US" sz="4800">
                <a:solidFill>
                  <a:schemeClr val="tx1"/>
                </a:solidFill>
                <a:latin typeface="Calibri" panose="020F0502020204030204" charset="0"/>
                <a:ea typeface="Calibri" panose="020F0502020204030204" charset="0"/>
                <a:cs typeface="Calibri" panose="020F0502020204030204" charset="0"/>
                <a:sym typeface="+mn-ea"/>
              </a:rPr>
              <a:t>NFC is mainly aimed for handheld devices.</a:t>
            </a:r>
            <a:endParaRPr sz="4800">
              <a:solidFill>
                <a:schemeClr val="tx1"/>
              </a:solidFill>
              <a:latin typeface="Calibri" panose="020F0502020204030204" charset="0"/>
              <a:ea typeface="Calibri" panose="020F0502020204030204" charset="0"/>
              <a:cs typeface="Calibri" panose="020F0502020204030204" charset="0"/>
            </a:endParaRPr>
          </a:p>
          <a:p>
            <a:pPr marL="457200" indent="-457200">
              <a:buFont typeface="Arial" panose="02080604020202020204" pitchFamily="34" charset="0"/>
              <a:buChar char="•"/>
            </a:pPr>
            <a:endParaRPr lang="en-US" sz="4800">
              <a:solidFill>
                <a:schemeClr val="tx1"/>
              </a:solidFill>
              <a:latin typeface="Calibri" panose="020F0502020204030204" charset="0"/>
              <a:ea typeface="Calibri" panose="020F0502020204030204" charset="0"/>
              <a:cs typeface="Calibri" panose="020F050202020403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726" name="Закругленный прямоугольник"/>
          <p:cNvSpPr/>
          <p:nvPr/>
        </p:nvSpPr>
        <p:spPr>
          <a:xfrm>
            <a:off x="11866344" y="2438400"/>
            <a:ext cx="28171875" cy="8839200"/>
          </a:xfrm>
          <a:prstGeom prst="roundRect">
            <a:avLst>
              <a:gd name="adj" fmla="val 50000"/>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7" name="Title text slide"/>
          <p:cNvSpPr txBox="1"/>
          <p:nvPr/>
        </p:nvSpPr>
        <p:spPr>
          <a:xfrm>
            <a:off x="2002155" y="3576638"/>
            <a:ext cx="12872720" cy="1209040"/>
          </a:xfrm>
          <a:prstGeom prst="rect">
            <a:avLst/>
          </a:prstGeom>
          <a:ln w="12700">
            <a:miter lim="400000"/>
          </a:ln>
        </p:spPr>
        <p:txBody>
          <a:bodyPr wrap="square" lIns="50800" tIns="50800" rIns="50800" bIns="50800" anchor="ctr">
            <a:spAutoFit/>
          </a:bodyPr>
          <a:lstStyle>
            <a:lvl1pPr algn="l">
              <a:defRPr sz="8000" b="0">
                <a:solidFill>
                  <a:srgbClr val="31333D"/>
                </a:solidFill>
                <a:latin typeface="Maven Pro Medium"/>
                <a:ea typeface="Maven Pro Medium"/>
                <a:cs typeface="Maven Pro Medium"/>
                <a:sym typeface="Maven Pro Medium"/>
              </a:defRPr>
            </a:lvl1pPr>
          </a:lstStyle>
          <a:p>
            <a:r>
              <a:rPr lang="en-US" sz="7200">
                <a:latin typeface="Calibri" panose="020F0502020204030204" charset="0"/>
                <a:ea typeface="Calibri" panose="020F0502020204030204" charset="0"/>
                <a:cs typeface="Calibri" panose="020F0502020204030204" charset="0"/>
              </a:rPr>
              <a:t>History of NFC</a:t>
            </a:r>
            <a:endParaRPr lang="en-US" sz="7200">
              <a:latin typeface="Calibri" panose="020F0502020204030204" charset="0"/>
              <a:ea typeface="Calibri" panose="020F0502020204030204" charset="0"/>
              <a:cs typeface="Calibri" panose="020F0502020204030204" charset="0"/>
            </a:endParaRPr>
          </a:p>
        </p:txBody>
      </p:sp>
      <p:sp>
        <p:nvSpPr>
          <p:cNvPr id="1048728" name="Фигура"/>
          <p:cNvSpPr/>
          <p:nvPr/>
        </p:nvSpPr>
        <p:spPr>
          <a:xfrm>
            <a:off x="2799299" y="5013659"/>
            <a:ext cx="1576918" cy="560672"/>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a:gsLst>
              <a:gs pos="0">
                <a:schemeClr val="accent2"/>
              </a:gs>
              <a:gs pos="100000">
                <a:schemeClr val="accent1"/>
              </a:gs>
            </a:gsLst>
            <a:lin ang="2015830"/>
          </a:gra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9" name="Ut enim ad minim veniam, quis nostrud exercitation ullamco laboris nisi ut aliquip ex ea commo consequat. Duis aute irure dolor in reprehenderit in Lorem ipsum dolor sit amet, consectetur sed adipiscing elit, sed do eiusmod tempor incididunt ut labore et dolore magna aliqua. Voluptate velit esse cillum dolore eu fugiat nulla pariatur. Excepteur sint occaecat cupidatat non proident, sunt in culpa qui officia deserunt mollit anim sed id est laborum. Sed ut perspiciatis unde omnis iste natus error sit voluptatem accusantium doloremque sed laudantium, totam rem aperi, voluptatem quia voluptas sit aspernatur Excepteur sint occaecat cupidatat non proident, sunt in culpa qui officia voluptatem accusantium doloremque sed laudantium, totam rem aperi, voluptatem quia voluptas"/>
          <p:cNvSpPr txBox="1"/>
          <p:nvPr/>
        </p:nvSpPr>
        <p:spPr>
          <a:xfrm>
            <a:off x="2799080" y="6099175"/>
            <a:ext cx="19335115" cy="6700520"/>
          </a:xfrm>
          <a:prstGeom prst="rect">
            <a:avLst/>
          </a:prstGeom>
          <a:ln w="12700">
            <a:miter lim="400000"/>
          </a:ln>
        </p:spPr>
        <p:txBody>
          <a:bodyPr wrap="square" lIns="50800" tIns="50800" rIns="50800" bIns="50800">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pPr/>
            <a:r>
              <a:rPr lang="en-US" sz="4800">
                <a:solidFill>
                  <a:schemeClr val="tx1"/>
                </a:solidFill>
                <a:latin typeface="Calibri" panose="020F0502020204030204" charset="0"/>
                <a:ea typeface="Calibri" panose="020F0502020204030204" charset="0"/>
                <a:cs typeface="Calibri" panose="020F0502020204030204" charset="0"/>
              </a:rPr>
              <a:t>➢ In 1983 First RFID patent</a:t>
            </a:r>
            <a:endParaRPr lang="en-US" sz="4800">
              <a:solidFill>
                <a:schemeClr val="tx1"/>
              </a:solidFill>
              <a:latin typeface="Calibri" panose="020F0502020204030204" charset="0"/>
              <a:ea typeface="Calibri" panose="020F0502020204030204" charset="0"/>
              <a:cs typeface="Calibri" panose="020F0502020204030204" charset="0"/>
            </a:endParaRPr>
          </a:p>
          <a:p>
            <a:pPr/>
            <a:r>
              <a:rPr lang="en-US" sz="4800">
                <a:solidFill>
                  <a:schemeClr val="tx1"/>
                </a:solidFill>
                <a:latin typeface="Calibri" panose="020F0502020204030204" charset="0"/>
                <a:ea typeface="Calibri" panose="020F0502020204030204" charset="0"/>
                <a:cs typeface="Calibri" panose="020F0502020204030204" charset="0"/>
              </a:rPr>
              <a:t>➢ In 2004 NFC Forum created by Nokia,Philips and Sony</a:t>
            </a:r>
            <a:endParaRPr lang="en-US" sz="4800">
              <a:solidFill>
                <a:schemeClr val="tx1"/>
              </a:solidFill>
              <a:latin typeface="Calibri" panose="020F0502020204030204" charset="0"/>
              <a:ea typeface="Calibri" panose="020F0502020204030204" charset="0"/>
              <a:cs typeface="Calibri" panose="020F0502020204030204" charset="0"/>
            </a:endParaRPr>
          </a:p>
          <a:p>
            <a:pPr/>
            <a:r>
              <a:rPr lang="en-US" sz="4800">
                <a:solidFill>
                  <a:schemeClr val="tx1"/>
                </a:solidFill>
                <a:latin typeface="Calibri" panose="020F0502020204030204" charset="0"/>
                <a:ea typeface="Calibri" panose="020F0502020204030204" charset="0"/>
                <a:cs typeface="Calibri" panose="020F0502020204030204" charset="0"/>
              </a:rPr>
              <a:t>➢ In 2006 Nokia launches first NFC phone</a:t>
            </a:r>
            <a:endParaRPr lang="en-US" sz="4800">
              <a:solidFill>
                <a:schemeClr val="tx1"/>
              </a:solidFill>
              <a:latin typeface="Calibri" panose="020F0502020204030204" charset="0"/>
              <a:ea typeface="Calibri" panose="020F0502020204030204" charset="0"/>
              <a:cs typeface="Calibri" panose="020F0502020204030204" charset="0"/>
            </a:endParaRPr>
          </a:p>
          <a:p>
            <a:pPr/>
            <a:r>
              <a:rPr lang="en-US" sz="4800">
                <a:solidFill>
                  <a:schemeClr val="tx1"/>
                </a:solidFill>
                <a:latin typeface="Calibri" panose="020F0502020204030204" charset="0"/>
                <a:ea typeface="Calibri" panose="020F0502020204030204" charset="0"/>
                <a:cs typeface="Calibri" panose="020F0502020204030204" charset="0"/>
              </a:rPr>
              <a:t>➢ In 2010 samsung launches first Android NFC phone</a:t>
            </a:r>
            <a:endParaRPr lang="en-US" sz="4800">
              <a:solidFill>
                <a:schemeClr val="tx1"/>
              </a:solidFill>
              <a:latin typeface="Calibri" panose="020F0502020204030204" charset="0"/>
              <a:ea typeface="Calibri" panose="020F0502020204030204" charset="0"/>
              <a:cs typeface="Calibri" panose="020F0502020204030204" charset="0"/>
            </a:endParaRPr>
          </a:p>
          <a:p>
            <a:pPr/>
            <a:r>
              <a:rPr lang="en-US" sz="4800">
                <a:solidFill>
                  <a:schemeClr val="tx1"/>
                </a:solidFill>
                <a:latin typeface="Calibri" panose="020F0502020204030204" charset="0"/>
                <a:ea typeface="Calibri" panose="020F0502020204030204" charset="0"/>
                <a:cs typeface="Calibri" panose="020F0502020204030204" charset="0"/>
              </a:rPr>
              <a:t>➢ In 2011 Google Wallet launched</a:t>
            </a:r>
            <a:endParaRPr lang="en-US" sz="4800">
              <a:solidFill>
                <a:schemeClr val="tx1"/>
              </a:solidFill>
              <a:latin typeface="Calibri" panose="020F0502020204030204" charset="0"/>
              <a:ea typeface="Calibri" panose="020F0502020204030204" charset="0"/>
              <a:cs typeface="Calibri" panose="020F0502020204030204" charset="0"/>
            </a:endParaRPr>
          </a:p>
          <a:p>
            <a:pPr/>
            <a:r>
              <a:rPr lang="en-US" sz="4800">
                <a:solidFill>
                  <a:schemeClr val="tx1"/>
                </a:solidFill>
                <a:latin typeface="Calibri" panose="020F0502020204030204" charset="0"/>
                <a:ea typeface="Calibri" panose="020F0502020204030204" charset="0"/>
                <a:cs typeface="Calibri" panose="020F0502020204030204" charset="0"/>
              </a:rPr>
              <a:t>➢ In 2013 samsung and visa plans the Mobile payment with NFC</a:t>
            </a:r>
            <a:endParaRPr lang="en-US" sz="4800">
              <a:solidFill>
                <a:schemeClr val="tx1"/>
              </a:solidFill>
              <a:latin typeface="Calibri" panose="020F0502020204030204" charset="0"/>
              <a:ea typeface="Calibri" panose="020F0502020204030204" charset="0"/>
              <a:cs typeface="Calibri" panose="020F050202020403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726" name="Закругленный прямоугольник"/>
          <p:cNvSpPr/>
          <p:nvPr/>
        </p:nvSpPr>
        <p:spPr>
          <a:xfrm>
            <a:off x="11866344" y="2438400"/>
            <a:ext cx="28171875" cy="8839200"/>
          </a:xfrm>
          <a:prstGeom prst="roundRect">
            <a:avLst>
              <a:gd name="adj" fmla="val 50000"/>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7" name="Title text slide"/>
          <p:cNvSpPr txBox="1"/>
          <p:nvPr/>
        </p:nvSpPr>
        <p:spPr>
          <a:xfrm>
            <a:off x="2002155" y="3576638"/>
            <a:ext cx="12872720" cy="1209040"/>
          </a:xfrm>
          <a:prstGeom prst="rect">
            <a:avLst/>
          </a:prstGeom>
          <a:ln w="12700">
            <a:miter lim="400000"/>
          </a:ln>
        </p:spPr>
        <p:txBody>
          <a:bodyPr wrap="square" lIns="50800" tIns="50800" rIns="50800" bIns="50800" anchor="ctr">
            <a:spAutoFit/>
          </a:bodyPr>
          <a:lstStyle>
            <a:lvl1pPr algn="l">
              <a:defRPr sz="8000" b="0">
                <a:solidFill>
                  <a:srgbClr val="31333D"/>
                </a:solidFill>
                <a:latin typeface="Maven Pro Medium"/>
                <a:ea typeface="Maven Pro Medium"/>
                <a:cs typeface="Maven Pro Medium"/>
                <a:sym typeface="Maven Pro Medium"/>
              </a:defRPr>
            </a:lvl1pPr>
          </a:lstStyle>
          <a:p>
            <a:r>
              <a:rPr lang="en-US" sz="7200">
                <a:latin typeface="Calibri" panose="020F0502020204030204" charset="0"/>
                <a:ea typeface="Calibri" panose="020F0502020204030204" charset="0"/>
                <a:cs typeface="Calibri" panose="020F0502020204030204" charset="0"/>
              </a:rPr>
              <a:t>Type of NFC Devices</a:t>
            </a:r>
            <a:endParaRPr lang="en-US" sz="7200">
              <a:latin typeface="Calibri" panose="020F0502020204030204" charset="0"/>
              <a:ea typeface="Calibri" panose="020F0502020204030204" charset="0"/>
              <a:cs typeface="Calibri" panose="020F0502020204030204" charset="0"/>
            </a:endParaRPr>
          </a:p>
        </p:txBody>
      </p:sp>
      <p:sp>
        <p:nvSpPr>
          <p:cNvPr id="1048728" name="Фигура"/>
          <p:cNvSpPr/>
          <p:nvPr/>
        </p:nvSpPr>
        <p:spPr>
          <a:xfrm>
            <a:off x="2799299" y="5013659"/>
            <a:ext cx="1576918" cy="560672"/>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a:gsLst>
              <a:gs pos="0">
                <a:schemeClr val="accent2"/>
              </a:gs>
              <a:gs pos="100000">
                <a:schemeClr val="accent1"/>
              </a:gs>
            </a:gsLst>
            <a:lin ang="2015830"/>
          </a:gra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9" name="Ut enim ad minim veniam, quis nostrud exercitation ullamco laboris nisi ut aliquip ex ea commo consequat. Duis aute irure dolor in reprehenderit in Lorem ipsum dolor sit amet, consectetur sed adipiscing elit, sed do eiusmod tempor incididunt ut labore et dolore magna aliqua. Voluptate velit esse cillum dolore eu fugiat nulla pariatur. Excepteur sint occaecat cupidatat non proident, sunt in culpa qui officia deserunt mollit anim sed id est laborum. Sed ut perspiciatis unde omnis iste natus error sit voluptatem accusantium doloremque sed laudantium, totam rem aperi, voluptatem quia voluptas sit aspernatur Excepteur sint occaecat cupidatat non proident, sunt in culpa qui officia voluptatem accusantium doloremque sed laudantium, totam rem aperi, voluptatem quia voluptas"/>
          <p:cNvSpPr txBox="1"/>
          <p:nvPr/>
        </p:nvSpPr>
        <p:spPr>
          <a:xfrm>
            <a:off x="11866245" y="4785995"/>
            <a:ext cx="9749155" cy="6817360"/>
          </a:xfrm>
          <a:prstGeom prst="rect">
            <a:avLst/>
          </a:prstGeom>
          <a:ln w="12700">
            <a:miter lim="400000"/>
          </a:ln>
        </p:spPr>
        <p:txBody>
          <a:bodyPr wrap="square" lIns="50800" tIns="50800" rIns="50800" bIns="50800">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pPr>
              <a:buFont typeface="Arial" panose="02080604020202020204" pitchFamily="34" charset="0"/>
            </a:pPr>
            <a:r>
              <a:rPr lang="en-US" sz="4800">
                <a:solidFill>
                  <a:schemeClr val="tx1"/>
                </a:solidFill>
                <a:latin typeface="Calibri" panose="020F0502020204030204" charset="0"/>
                <a:ea typeface="Calibri" panose="020F0502020204030204" charset="0"/>
                <a:cs typeface="Calibri" panose="020F0502020204030204" charset="0"/>
                <a:sym typeface="+mn-ea"/>
              </a:rPr>
              <a:t>a)	Active devices :- </a:t>
            </a:r>
            <a:endParaRPr lang="en-US" sz="4800">
              <a:solidFill>
                <a:schemeClr val="tx1"/>
              </a:solidFill>
              <a:latin typeface="Calibri" panose="020F0502020204030204" charset="0"/>
              <a:ea typeface="Calibri" panose="020F0502020204030204" charset="0"/>
              <a:cs typeface="Calibri" panose="020F0502020204030204" charset="0"/>
              <a:sym typeface="+mn-ea"/>
            </a:endParaRPr>
          </a:p>
          <a:p>
            <a:pPr>
              <a:buFont typeface="Arial" panose="02080604020202020204" pitchFamily="34" charset="0"/>
            </a:pPr>
            <a:r>
              <a:rPr lang="en-US" sz="4800">
                <a:solidFill>
                  <a:schemeClr val="tx1"/>
                </a:solidFill>
                <a:latin typeface="Calibri" panose="020F0502020204030204" charset="0"/>
                <a:ea typeface="Calibri" panose="020F0502020204030204" charset="0"/>
                <a:cs typeface="Calibri" panose="020F0502020204030204" charset="0"/>
                <a:sym typeface="+mn-ea"/>
              </a:rPr>
              <a:t>It have a power source and can send and receive data by switching between the normal active (transmitting) state and a passive (receiving) state.</a:t>
            </a:r>
            <a:endParaRPr lang="en-US" sz="4800">
              <a:solidFill>
                <a:schemeClr val="tx1"/>
              </a:solidFill>
              <a:latin typeface="Calibri" panose="020F0502020204030204" charset="0"/>
              <a:ea typeface="Calibri" panose="020F0502020204030204" charset="0"/>
              <a:cs typeface="Calibri" panose="020F0502020204030204" charset="0"/>
              <a:sym typeface="+mn-ea"/>
            </a:endParaRPr>
          </a:p>
          <a:p>
            <a:pPr>
              <a:buFont typeface="Arial" panose="02080604020202020204" pitchFamily="34" charset="0"/>
            </a:pPr>
            <a:r>
              <a:rPr lang="en-US" sz="4800">
                <a:solidFill>
                  <a:schemeClr val="tx1"/>
                </a:solidFill>
                <a:latin typeface="Calibri" panose="020F0502020204030204" charset="0"/>
                <a:ea typeface="Calibri" panose="020F0502020204030204" charset="0"/>
                <a:cs typeface="Calibri" panose="020F0502020204030204" charset="0"/>
              </a:rPr>
              <a:t>Example : Mobile</a:t>
            </a:r>
            <a:endParaRPr lang="en-US" sz="4800">
              <a:solidFill>
                <a:schemeClr val="tx1"/>
              </a:solidFill>
              <a:latin typeface="Calibri" panose="020F0502020204030204" charset="0"/>
              <a:ea typeface="Calibri" panose="020F0502020204030204" charset="0"/>
              <a:cs typeface="Calibri" panose="020F0502020204030204" charset="0"/>
            </a:endParaRPr>
          </a:p>
        </p:txBody>
      </p:sp>
      <p:pic>
        <p:nvPicPr>
          <p:cNvPr id="3" name="Picture 2" descr="index"/>
          <p:cNvPicPr>
            <a:picLocks noChangeAspect="1"/>
          </p:cNvPicPr>
          <p:nvPr/>
        </p:nvPicPr>
        <p:blipFill>
          <a:blip r:embed="rId1"/>
          <a:stretch>
            <a:fillRect/>
          </a:stretch>
        </p:blipFill>
        <p:spPr>
          <a:xfrm>
            <a:off x="2002155" y="5801995"/>
            <a:ext cx="4566920" cy="466979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726" name="Закругленный прямоугольник"/>
          <p:cNvSpPr/>
          <p:nvPr/>
        </p:nvSpPr>
        <p:spPr>
          <a:xfrm>
            <a:off x="11866344" y="2438400"/>
            <a:ext cx="28171875" cy="8839200"/>
          </a:xfrm>
          <a:prstGeom prst="roundRect">
            <a:avLst>
              <a:gd name="adj" fmla="val 50000"/>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7" name="Title text slide"/>
          <p:cNvSpPr txBox="1"/>
          <p:nvPr/>
        </p:nvSpPr>
        <p:spPr>
          <a:xfrm>
            <a:off x="2002155" y="3576638"/>
            <a:ext cx="12872720" cy="1209040"/>
          </a:xfrm>
          <a:prstGeom prst="rect">
            <a:avLst/>
          </a:prstGeom>
          <a:ln w="12700">
            <a:miter lim="400000"/>
          </a:ln>
        </p:spPr>
        <p:txBody>
          <a:bodyPr wrap="square" lIns="50800" tIns="50800" rIns="50800" bIns="50800" anchor="ctr">
            <a:spAutoFit/>
          </a:bodyPr>
          <a:lstStyle>
            <a:lvl1pPr algn="l">
              <a:defRPr sz="8000" b="0">
                <a:solidFill>
                  <a:srgbClr val="31333D"/>
                </a:solidFill>
                <a:latin typeface="Maven Pro Medium"/>
                <a:ea typeface="Maven Pro Medium"/>
                <a:cs typeface="Maven Pro Medium"/>
                <a:sym typeface="Maven Pro Medium"/>
              </a:defRPr>
            </a:lvl1pPr>
          </a:lstStyle>
          <a:p>
            <a:r>
              <a:rPr lang="en-US" sz="7200">
                <a:latin typeface="Calibri" panose="020F0502020204030204" charset="0"/>
                <a:ea typeface="Calibri" panose="020F0502020204030204" charset="0"/>
                <a:cs typeface="Calibri" panose="020F0502020204030204" charset="0"/>
              </a:rPr>
              <a:t>Type of NFC Devices</a:t>
            </a:r>
            <a:endParaRPr lang="en-US" sz="7200">
              <a:latin typeface="Calibri" panose="020F0502020204030204" charset="0"/>
              <a:ea typeface="Calibri" panose="020F0502020204030204" charset="0"/>
              <a:cs typeface="Calibri" panose="020F0502020204030204" charset="0"/>
            </a:endParaRPr>
          </a:p>
        </p:txBody>
      </p:sp>
      <p:sp>
        <p:nvSpPr>
          <p:cNvPr id="1048728" name="Фигура"/>
          <p:cNvSpPr/>
          <p:nvPr/>
        </p:nvSpPr>
        <p:spPr>
          <a:xfrm>
            <a:off x="2799299" y="5013659"/>
            <a:ext cx="1576918" cy="560672"/>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a:gsLst>
              <a:gs pos="0">
                <a:schemeClr val="accent2"/>
              </a:gs>
              <a:gs pos="100000">
                <a:schemeClr val="accent1"/>
              </a:gs>
            </a:gsLst>
            <a:lin ang="2015830"/>
          </a:gra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9" name="Ut enim ad minim veniam, quis nostrud exercitation ullamco laboris nisi ut aliquip ex ea commo consequat. Duis aute irure dolor in reprehenderit in Lorem ipsum dolor sit amet, consectetur sed adipiscing elit, sed do eiusmod tempor incididunt ut labore et dolore magna aliqua. Voluptate velit esse cillum dolore eu fugiat nulla pariatur. Excepteur sint occaecat cupidatat non proident, sunt in culpa qui officia deserunt mollit anim sed id est laborum. Sed ut perspiciatis unde omnis iste natus error sit voluptatem accusantium doloremque sed laudantium, totam rem aperi, voluptatem quia voluptas sit aspernatur Excepteur sint occaecat cupidatat non proident, sunt in culpa qui officia voluptatem accusantium doloremque sed laudantium, totam rem aperi, voluptatem quia voluptas"/>
          <p:cNvSpPr txBox="1"/>
          <p:nvPr/>
        </p:nvSpPr>
        <p:spPr>
          <a:xfrm>
            <a:off x="11866245" y="5574030"/>
            <a:ext cx="9708515" cy="5301615"/>
          </a:xfrm>
          <a:prstGeom prst="rect">
            <a:avLst/>
          </a:prstGeom>
          <a:ln w="12700">
            <a:miter lim="400000"/>
          </a:ln>
        </p:spPr>
        <p:txBody>
          <a:bodyPr wrap="square" lIns="50800" tIns="50800" rIns="50800" bIns="50800">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pPr>
              <a:buFont typeface="Arial" panose="02080604020202020204" pitchFamily="34" charset="0"/>
            </a:pPr>
            <a:r>
              <a:rPr lang="en-US" sz="4800">
                <a:solidFill>
                  <a:schemeClr val="tx1"/>
                </a:solidFill>
                <a:latin typeface="Calibri" panose="020F0502020204030204" charset="0"/>
                <a:ea typeface="Calibri" panose="020F0502020204030204" charset="0"/>
                <a:cs typeface="Calibri" panose="020F0502020204030204" charset="0"/>
              </a:rPr>
              <a:t>b)	Passive devices :- </a:t>
            </a:r>
            <a:endParaRPr lang="en-US" sz="4800">
              <a:solidFill>
                <a:schemeClr val="tx1"/>
              </a:solidFill>
              <a:latin typeface="Calibri" panose="020F0502020204030204" charset="0"/>
              <a:ea typeface="Calibri" panose="020F0502020204030204" charset="0"/>
              <a:cs typeface="Calibri" panose="020F0502020204030204" charset="0"/>
            </a:endParaRPr>
          </a:p>
          <a:p>
            <a:pPr>
              <a:buFont typeface="Arial" panose="02080604020202020204" pitchFamily="34" charset="0"/>
            </a:pPr>
            <a:r>
              <a:rPr lang="en-US" sz="4800">
                <a:solidFill>
                  <a:schemeClr val="tx1"/>
                </a:solidFill>
                <a:latin typeface="Calibri" panose="020F0502020204030204" charset="0"/>
                <a:ea typeface="Calibri" panose="020F0502020204030204" charset="0"/>
                <a:cs typeface="Calibri" panose="020F0502020204030204" charset="0"/>
              </a:rPr>
              <a:t>It have no power source and can only connect to active devices. </a:t>
            </a:r>
            <a:endParaRPr lang="en-US" sz="4800">
              <a:solidFill>
                <a:schemeClr val="tx1"/>
              </a:solidFill>
              <a:latin typeface="Calibri" panose="020F0502020204030204" charset="0"/>
              <a:ea typeface="Calibri" panose="020F0502020204030204" charset="0"/>
              <a:cs typeface="Calibri" panose="020F0502020204030204" charset="0"/>
            </a:endParaRPr>
          </a:p>
          <a:p>
            <a:pPr>
              <a:buFont typeface="Arial" panose="02080604020202020204" pitchFamily="34" charset="0"/>
            </a:pPr>
            <a:r>
              <a:rPr lang="en-US" sz="4800">
                <a:solidFill>
                  <a:schemeClr val="tx1"/>
                </a:solidFill>
                <a:latin typeface="Calibri" panose="020F0502020204030204" charset="0"/>
                <a:ea typeface="Calibri" panose="020F0502020204030204" charset="0"/>
                <a:cs typeface="Calibri" panose="020F0502020204030204" charset="0"/>
              </a:rPr>
              <a:t>Example : NFC tags</a:t>
            </a:r>
            <a:endParaRPr lang="en-US" sz="4800">
              <a:solidFill>
                <a:schemeClr val="tx1"/>
              </a:solidFill>
              <a:latin typeface="Calibri" panose="020F0502020204030204" charset="0"/>
              <a:ea typeface="Calibri" panose="020F0502020204030204" charset="0"/>
              <a:cs typeface="Calibri" panose="020F0502020204030204" charset="0"/>
            </a:endParaRPr>
          </a:p>
          <a:p>
            <a:pPr marL="457200" indent="-457200">
              <a:buFont typeface="Arial" panose="02080604020202020204" pitchFamily="34" charset="0"/>
              <a:buChar char="•"/>
            </a:pPr>
            <a:endParaRPr lang="en-US" sz="4800">
              <a:solidFill>
                <a:schemeClr val="tx1"/>
              </a:solidFill>
              <a:latin typeface="Calibri" panose="020F0502020204030204" charset="0"/>
              <a:ea typeface="Calibri" panose="020F0502020204030204" charset="0"/>
              <a:cs typeface="Calibri" panose="020F0502020204030204" charset="0"/>
            </a:endParaRPr>
          </a:p>
        </p:txBody>
      </p:sp>
      <p:pic>
        <p:nvPicPr>
          <p:cNvPr id="2" name="Picture 1" descr="index"/>
          <p:cNvPicPr>
            <a:picLocks noChangeAspect="1"/>
          </p:cNvPicPr>
          <p:nvPr/>
        </p:nvPicPr>
        <p:blipFill>
          <a:blip r:embed="rId1"/>
          <a:stretch>
            <a:fillRect/>
          </a:stretch>
        </p:blipFill>
        <p:spPr>
          <a:xfrm>
            <a:off x="1879600" y="5801995"/>
            <a:ext cx="5430520" cy="406781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97" name="Кружок"/>
          <p:cNvSpPr/>
          <p:nvPr/>
        </p:nvSpPr>
        <p:spPr>
          <a:xfrm>
            <a:off x="-3273475" y="-73075"/>
            <a:ext cx="18942150" cy="18942150"/>
          </a:xfrm>
          <a:prstGeom prst="ellipse">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698" name="Кружок"/>
          <p:cNvSpPr/>
          <p:nvPr/>
        </p:nvSpPr>
        <p:spPr>
          <a:xfrm>
            <a:off x="1346795" y="4547195"/>
            <a:ext cx="9701610" cy="9701610"/>
          </a:xfrm>
          <a:prstGeom prst="ellipse">
            <a:avLst/>
          </a:prstGeom>
          <a:solidFill>
            <a:srgbClr val="FFFFFF"/>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699" name="Кружок"/>
          <p:cNvSpPr/>
          <p:nvPr/>
        </p:nvSpPr>
        <p:spPr>
          <a:xfrm>
            <a:off x="3761531" y="6961931"/>
            <a:ext cx="4872138" cy="4872138"/>
          </a:xfrm>
          <a:prstGeom prst="ellipse">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00" name="Title text slide with progress bar"/>
          <p:cNvSpPr txBox="1"/>
          <p:nvPr/>
        </p:nvSpPr>
        <p:spPr>
          <a:xfrm>
            <a:off x="1641512" y="5111116"/>
            <a:ext cx="9112176" cy="3548380"/>
          </a:xfrm>
          <a:prstGeom prst="rect">
            <a:avLst/>
          </a:prstGeom>
          <a:ln w="12700">
            <a:miter lim="400000"/>
          </a:ln>
        </p:spPr>
        <p:txBody>
          <a:bodyPr lIns="50800" tIns="50800" rIns="50800" bIns="50800" anchor="ctr">
            <a:spAutoFit/>
          </a:bodyPr>
          <a:lstStyle>
            <a:lvl1pPr algn="l">
              <a:defRPr sz="13000" b="0">
                <a:solidFill>
                  <a:srgbClr val="31333D"/>
                </a:solidFill>
                <a:latin typeface="Maven Pro Medium"/>
                <a:ea typeface="Maven Pro Medium"/>
                <a:cs typeface="Maven Pro Medium"/>
                <a:sym typeface="Maven Pro Medium"/>
              </a:defRPr>
            </a:lvl1pPr>
          </a:lstStyle>
          <a:p>
            <a:pPr algn="ctr"/>
            <a:r>
              <a:rPr lang="en-US" altLang="zh-CN" sz="22400">
                <a:latin typeface="Microsoft YaHei Light" panose="020B0502040204020203" charset="-122"/>
                <a:ea typeface="Microsoft YaHei Light" panose="020B0502040204020203" charset="-122"/>
                <a:cs typeface="Calibri" panose="020F0502020204030204" charset="0"/>
              </a:rPr>
              <a:t>02</a:t>
            </a:r>
            <a:endParaRPr lang="en-US" altLang="zh-CN" sz="22400">
              <a:latin typeface="Microsoft YaHei Light" panose="020B0502040204020203" charset="-122"/>
              <a:ea typeface="Microsoft YaHei Light" panose="020B0502040204020203" charset="-122"/>
              <a:cs typeface="Calibri" panose="020F0502020204030204" charset="0"/>
            </a:endParaRPr>
          </a:p>
        </p:txBody>
      </p:sp>
      <p:grpSp>
        <p:nvGrpSpPr>
          <p:cNvPr id="44" name="Группа"/>
          <p:cNvGrpSpPr/>
          <p:nvPr/>
        </p:nvGrpSpPr>
        <p:grpSpPr>
          <a:xfrm>
            <a:off x="5684440" y="8884840"/>
            <a:ext cx="1026320" cy="1026320"/>
            <a:chOff x="0" y="0"/>
            <a:chExt cx="1026318" cy="1026318"/>
          </a:xfrm>
        </p:grpSpPr>
        <p:sp>
          <p:nvSpPr>
            <p:cNvPr id="1048701" name="Кружок"/>
            <p:cNvSpPr/>
            <p:nvPr/>
          </p:nvSpPr>
          <p:spPr>
            <a:xfrm>
              <a:off x="0" y="0"/>
              <a:ext cx="1026319" cy="1026319"/>
            </a:xfrm>
            <a:prstGeom prst="ellipse">
              <a:avLst/>
            </a:prstGeom>
            <a:gradFill flip="none" rotWithShape="1">
              <a:gsLst>
                <a:gs pos="0">
                  <a:schemeClr val="accent2"/>
                </a:gs>
                <a:gs pos="100000">
                  <a:schemeClr val="accent1"/>
                </a:gs>
              </a:gsLst>
              <a:lin ang="2015830" scaled="0"/>
            </a:gradFill>
            <a:ln w="12700" cap="flat">
              <a:noFill/>
              <a:miter lim="400000"/>
            </a:ln>
            <a:effectLst/>
          </p:spPr>
          <p:txBody>
            <a:bodyPr wrap="square" lIns="0" tIns="0" rIns="0" bIns="0" numCol="1" anchor="ctr">
              <a:noAutofit/>
            </a:bodyP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02" name="Freeform 11"/>
            <p:cNvSpPr/>
            <p:nvPr/>
          </p:nvSpPr>
          <p:spPr>
            <a:xfrm rot="10800000">
              <a:off x="357656" y="356535"/>
              <a:ext cx="311006" cy="313248"/>
            </a:xfrm>
            <a:custGeom>
              <a:avLst/>
              <a:gdLst/>
              <a:ahLst/>
              <a:cxnLst>
                <a:cxn ang="0">
                  <a:pos x="wd2" y="hd2"/>
                </a:cxn>
                <a:cxn ang="5400000">
                  <a:pos x="wd2" y="hd2"/>
                </a:cxn>
                <a:cxn ang="10800000">
                  <a:pos x="wd2" y="hd2"/>
                </a:cxn>
                <a:cxn ang="16200000">
                  <a:pos x="wd2" y="hd2"/>
                </a:cxn>
              </a:cxnLst>
              <a:rect l="0" t="0" r="r" b="b"/>
              <a:pathLst>
                <a:path w="21600" h="21600" extrusionOk="0">
                  <a:moveTo>
                    <a:pt x="21600" y="9507"/>
                  </a:moveTo>
                  <a:lnTo>
                    <a:pt x="4949" y="9507"/>
                  </a:lnTo>
                  <a:lnTo>
                    <a:pt x="12762" y="1817"/>
                  </a:lnTo>
                  <a:lnTo>
                    <a:pt x="10676" y="0"/>
                  </a:lnTo>
                  <a:lnTo>
                    <a:pt x="0" y="10800"/>
                  </a:lnTo>
                  <a:lnTo>
                    <a:pt x="10676" y="21600"/>
                  </a:lnTo>
                  <a:lnTo>
                    <a:pt x="12762" y="19538"/>
                  </a:lnTo>
                  <a:lnTo>
                    <a:pt x="4949" y="12093"/>
                  </a:lnTo>
                  <a:lnTo>
                    <a:pt x="21600" y="12093"/>
                  </a:lnTo>
                  <a:lnTo>
                    <a:pt x="21600" y="9507"/>
                  </a:lnTo>
                </a:path>
              </a:pathLst>
            </a:custGeom>
            <a:solidFill>
              <a:srgbClr val="FFFFFF"/>
            </a:solidFill>
            <a:ln w="12700" cap="flat">
              <a:noFill/>
              <a:miter lim="400000"/>
            </a:ln>
            <a:effectLst/>
          </p:spPr>
          <p:txBody>
            <a:bodyPr wrap="square" lIns="45719" tIns="45719" rIns="45719" bIns="45719" numCol="1" anchor="ctr">
              <a:noAutofit/>
            </a:bodyPr>
            <a:p>
              <a:pPr algn="l" defTabSz="914400">
                <a:defRPr sz="1800" b="0">
                  <a:latin typeface="Roboto"/>
                  <a:ea typeface="Roboto"/>
                  <a:cs typeface="Roboto"/>
                  <a:sym typeface="Roboto"/>
                </a:defRPr>
              </a:pPr>
              <a:endParaRPr sz="3000">
                <a:latin typeface="Calibri" panose="020F0502020204030204" charset="0"/>
                <a:ea typeface="Calibri" panose="020F0502020204030204" charset="0"/>
                <a:cs typeface="Calibri" panose="020F0502020204030204" charset="0"/>
              </a:endParaRPr>
            </a:p>
          </p:txBody>
        </p:sp>
      </p:grpSp>
      <p:sp>
        <p:nvSpPr>
          <p:cNvPr id="1048703" name="Round Diagonal Corner Rectangle 1"/>
          <p:cNvSpPr/>
          <p:nvPr/>
        </p:nvSpPr>
        <p:spPr>
          <a:xfrm>
            <a:off x="12314555" y="5426710"/>
            <a:ext cx="9808210" cy="2583815"/>
          </a:xfrm>
          <a:prstGeom prst="round2DiagRect">
            <a:avLst/>
          </a:prstGeom>
          <a:gradFill>
            <a:gsLst>
              <a:gs pos="0">
                <a:schemeClr val="accent2"/>
              </a:gs>
              <a:gs pos="55000">
                <a:schemeClr val="accent1"/>
              </a:gs>
            </a:gsLst>
            <a:lin ang="2640000" scaled="0"/>
          </a:gradFill>
          <a:ln w="12700" cap="flat">
            <a:noFill/>
            <a:miter lim="400000"/>
          </a:ln>
        </p:spPr>
        <p:style>
          <a:lnRef idx="0">
            <a:scrgbClr r="0" g="0" b="0"/>
          </a:lnRef>
          <a:fillRef idx="0">
            <a:scrgbClr r="0" g="0" b="0"/>
          </a:fillRef>
          <a:effectRef idx="0">
            <a:scrgbClr r="0" g="0" b="0"/>
          </a:effectRef>
          <a:fontRef idx="none">
            <a:srgbClr val="000000"/>
          </a:fontRef>
        </p:style>
        <p:txBody>
          <a:bodyPr rot="0" vertOverflow="overflow" horzOverflow="overflow" vert="horz" wrap="square" lIns="0" tIns="0" rIns="0" bIns="0" numCol="1" spcCol="38100" rtlCol="0" anchor="ctr" forceAA="0">
            <a:spAutoFit/>
          </a:bodyPr>
          <a:p>
            <a:pPr marL="0" marR="0" indent="0" algn="ctr" defTabSz="825500" rtl="0" fontAlgn="auto" latinLnBrk="0" hangingPunct="0">
              <a:lnSpc>
                <a:spcPct val="100000"/>
              </a:lnSpc>
              <a:spcBef>
                <a:spcPts val="0"/>
              </a:spcBef>
              <a:spcAft>
                <a:spcPts val="0"/>
              </a:spcAft>
              <a:buClrTx/>
              <a:buSzTx/>
              <a:buFontTx/>
              <a:buNone/>
            </a:pPr>
            <a:endParaRPr kumimoji="0" lang="en-US" sz="3200" b="0" i="0" u="none" strike="noStrike" cap="none" spc="0" normalizeH="0" baseline="0">
              <a:ln>
                <a:noFill/>
              </a:ln>
              <a:solidFill>
                <a:srgbClr val="FFFFFF"/>
              </a:solidFill>
              <a:effectLst/>
              <a:latin typeface="+mn-lt"/>
              <a:ea typeface="+mn-ea"/>
              <a:cs typeface="+mn-cs"/>
              <a:sym typeface="Helvetica Neue Medium"/>
            </a:endParaRPr>
          </a:p>
        </p:txBody>
      </p:sp>
      <p:sp>
        <p:nvSpPr>
          <p:cNvPr id="1048704" name="Text Box 2"/>
          <p:cNvSpPr txBox="1"/>
          <p:nvPr/>
        </p:nvSpPr>
        <p:spPr>
          <a:xfrm>
            <a:off x="12596495" y="6114415"/>
            <a:ext cx="9244330" cy="1209040"/>
          </a:xfrm>
          <a:prstGeom prst="rect">
            <a:avLst/>
          </a:prstGeom>
          <a:noFill/>
          <a:ln w="12700" cap="flat">
            <a:noFill/>
            <a:miter lim="400000"/>
          </a:ln>
        </p:spPr>
        <p:style>
          <a:lnRef idx="0">
            <a:scrgbClr r="0" g="0" b="0"/>
          </a:lnRef>
          <a:fillRef idx="0">
            <a:scrgbClr r="0" g="0" b="0"/>
          </a:fillRef>
          <a:effectRef idx="0">
            <a:scrgbClr r="0" g="0" b="0"/>
          </a:effectRef>
          <a:fontRef idx="none">
            <a:srgbClr val="000000"/>
          </a:fontRef>
        </p:style>
        <p:txBody>
          <a:bodyPr rot="0" vertOverflow="overflow" horzOverflow="overflow" vert="horz" wrap="square" lIns="50800" tIns="50800" rIns="50800" bIns="50800" numCol="1" spcCol="38100" rtlCol="0" anchor="ctr" forceAA="0">
            <a:spAutoFit/>
          </a:bodyPr>
          <a:p>
            <a:pPr marL="0" marR="0" indent="0" algn="ctr" defTabSz="825500" rtl="0" fontAlgn="auto" latinLnBrk="0" hangingPunct="0">
              <a:lnSpc>
                <a:spcPct val="100000"/>
              </a:lnSpc>
              <a:spcBef>
                <a:spcPts val="0"/>
              </a:spcBef>
              <a:spcAft>
                <a:spcPts val="0"/>
              </a:spcAft>
              <a:buClrTx/>
              <a:buSzTx/>
              <a:buFontTx/>
              <a:buNone/>
            </a:pPr>
            <a:r>
              <a:rPr kumimoji="0" lang="en-US" sz="7200" b="1" i="0" u="none" strike="noStrike" cap="none" spc="0" normalizeH="0" baseline="0">
                <a:ln>
                  <a:noFill/>
                </a:ln>
                <a:solidFill>
                  <a:schemeClr val="bg1"/>
                </a:solidFill>
                <a:effectLst/>
                <a:latin typeface="Arial" panose="02080604020202020204" pitchFamily="34" charset="0"/>
                <a:ea typeface="Helvetica Neue"/>
                <a:cs typeface="Arial" panose="02080604020202020204" pitchFamily="34" charset="0"/>
                <a:sym typeface="Helvetica Neue"/>
              </a:rPr>
              <a:t>NFC Tags</a:t>
            </a:r>
            <a:endParaRPr kumimoji="0" lang="en-US" sz="7200" b="1" i="0" u="none" strike="noStrike" cap="none" spc="0" normalizeH="0" baseline="0">
              <a:ln>
                <a:noFill/>
              </a:ln>
              <a:solidFill>
                <a:schemeClr val="bg1"/>
              </a:solidFill>
              <a:effectLst/>
              <a:latin typeface="Arial" panose="02080604020202020204" pitchFamily="34" charset="0"/>
              <a:ea typeface="Helvetica Neue"/>
              <a:cs typeface="Arial" panose="02080604020202020204" pitchFamily="34" charset="0"/>
              <a:sym typeface="Helvetica Neue"/>
            </a:endParaRPr>
          </a:p>
        </p:txBody>
      </p:sp>
      <p:pic>
        <p:nvPicPr>
          <p:cNvPr id="2097154" name="Picture Placeholder 27" descr="nfc-wireless-icon"/>
          <p:cNvPicPr>
            <a:picLocks noChangeAspect="1"/>
          </p:cNvPicPr>
          <p:nvPr>
            <p:ph type="pic" sz="quarter" idx="10"/>
          </p:nvPr>
        </p:nvPicPr>
        <p:blipFill>
          <a:blip r:embed="rId1"/>
          <a:stretch>
            <a:fillRect/>
          </a:stretch>
        </p:blipFill>
        <p:spPr>
          <a:xfrm>
            <a:off x="8242300" y="5426710"/>
            <a:ext cx="2806065" cy="28625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726" name="Закругленный прямоугольник"/>
          <p:cNvSpPr/>
          <p:nvPr/>
        </p:nvSpPr>
        <p:spPr>
          <a:xfrm>
            <a:off x="11866344" y="2438400"/>
            <a:ext cx="28171875" cy="8839200"/>
          </a:xfrm>
          <a:prstGeom prst="roundRect">
            <a:avLst>
              <a:gd name="adj" fmla="val 50000"/>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7" name="Title text slide"/>
          <p:cNvSpPr txBox="1"/>
          <p:nvPr/>
        </p:nvSpPr>
        <p:spPr>
          <a:xfrm>
            <a:off x="2002155" y="3576638"/>
            <a:ext cx="12872720" cy="1209040"/>
          </a:xfrm>
          <a:prstGeom prst="rect">
            <a:avLst/>
          </a:prstGeom>
          <a:ln w="12700">
            <a:miter lim="400000"/>
          </a:ln>
        </p:spPr>
        <p:txBody>
          <a:bodyPr wrap="square" lIns="50800" tIns="50800" rIns="50800" bIns="50800" anchor="ctr">
            <a:spAutoFit/>
          </a:bodyPr>
          <a:lstStyle>
            <a:lvl1pPr algn="l">
              <a:defRPr sz="8000" b="0">
                <a:solidFill>
                  <a:srgbClr val="31333D"/>
                </a:solidFill>
                <a:latin typeface="Maven Pro Medium"/>
                <a:ea typeface="Maven Pro Medium"/>
                <a:cs typeface="Maven Pro Medium"/>
                <a:sym typeface="Maven Pro Medium"/>
              </a:defRPr>
            </a:lvl1pPr>
          </a:lstStyle>
          <a:p>
            <a:r>
              <a:rPr lang="en-US" sz="7200">
                <a:latin typeface="Calibri" panose="020F0502020204030204" charset="0"/>
                <a:ea typeface="Calibri" panose="020F0502020204030204" charset="0"/>
                <a:cs typeface="Calibri" panose="020F0502020204030204" charset="0"/>
              </a:rPr>
              <a:t>NFC Tags</a:t>
            </a:r>
            <a:endParaRPr lang="en-US" sz="7200">
              <a:latin typeface="Calibri" panose="020F0502020204030204" charset="0"/>
              <a:ea typeface="Calibri" panose="020F0502020204030204" charset="0"/>
              <a:cs typeface="Calibri" panose="020F0502020204030204" charset="0"/>
            </a:endParaRPr>
          </a:p>
        </p:txBody>
      </p:sp>
      <p:sp>
        <p:nvSpPr>
          <p:cNvPr id="1048728" name="Фигура"/>
          <p:cNvSpPr/>
          <p:nvPr/>
        </p:nvSpPr>
        <p:spPr>
          <a:xfrm>
            <a:off x="2799299" y="5013659"/>
            <a:ext cx="1576918" cy="560672"/>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a:gsLst>
              <a:gs pos="0">
                <a:schemeClr val="accent2"/>
              </a:gs>
              <a:gs pos="100000">
                <a:schemeClr val="accent1"/>
              </a:gs>
            </a:gsLst>
            <a:lin ang="2015830"/>
          </a:gra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9" name="Ut enim ad minim veniam, quis nostrud exercitation ullamco laboris nisi ut aliquip ex ea commo consequat. Duis aute irure dolor in reprehenderit in Lorem ipsum dolor sit amet, consectetur sed adipiscing elit, sed do eiusmod tempor incididunt ut labore et dolore magna aliqua. Voluptate velit esse cillum dolore eu fugiat nulla pariatur. Excepteur sint occaecat cupidatat non proident, sunt in culpa qui officia deserunt mollit anim sed id est laborum. Sed ut perspiciatis unde omnis iste natus error sit voluptatem accusantium doloremque sed laudantium, totam rem aperi, voluptatem quia voluptas sit aspernatur Excepteur sint occaecat cupidatat non proident, sunt in culpa qui officia voluptatem accusantium doloremque sed laudantium, totam rem aperi, voluptatem quia voluptas"/>
          <p:cNvSpPr txBox="1"/>
          <p:nvPr/>
        </p:nvSpPr>
        <p:spPr>
          <a:xfrm>
            <a:off x="2799080" y="6099175"/>
            <a:ext cx="19335115" cy="5045075"/>
          </a:xfrm>
          <a:prstGeom prst="rect">
            <a:avLst/>
          </a:prstGeom>
          <a:ln w="12700">
            <a:miter lim="400000"/>
          </a:ln>
        </p:spPr>
        <p:txBody>
          <a:bodyPr wrap="square" lIns="50800" tIns="50800" rIns="50800" bIns="50800">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pPr marL="457200" indent="-457200">
              <a:buFont typeface="Arial" panose="02080604020202020204" pitchFamily="34" charset="0"/>
              <a:buChar char="•"/>
            </a:pPr>
            <a:r>
              <a:rPr lang="en-US" sz="4800">
                <a:solidFill>
                  <a:schemeClr val="tx1"/>
                </a:solidFill>
                <a:latin typeface="Calibri" panose="020F0502020204030204" charset="0"/>
                <a:ea typeface="Calibri" panose="020F0502020204030204" charset="0"/>
                <a:cs typeface="Calibri" panose="020F0502020204030204" charset="0"/>
              </a:rPr>
              <a:t>A NFC tag is a sticker with small microchips that can be read by in range mobile devices. Information is stored in these microchips. </a:t>
            </a:r>
            <a:endParaRPr lang="en-US" sz="4800">
              <a:solidFill>
                <a:schemeClr val="tx1"/>
              </a:solidFill>
              <a:latin typeface="Calibri" panose="020F0502020204030204" charset="0"/>
              <a:ea typeface="Calibri" panose="020F0502020204030204" charset="0"/>
              <a:cs typeface="Calibri" panose="020F0502020204030204" charset="0"/>
            </a:endParaRPr>
          </a:p>
          <a:p>
            <a:pPr marL="457200" indent="-457200">
              <a:buFont typeface="Arial" panose="02080604020202020204" pitchFamily="34" charset="0"/>
              <a:buChar char="•"/>
            </a:pPr>
            <a:endParaRPr lang="en-US" sz="4800">
              <a:solidFill>
                <a:schemeClr val="tx1"/>
              </a:solidFill>
              <a:latin typeface="Calibri" panose="020F0502020204030204" charset="0"/>
              <a:ea typeface="Calibri" panose="020F0502020204030204" charset="0"/>
              <a:cs typeface="Calibri" panose="020F0502020204030204" charset="0"/>
            </a:endParaRPr>
          </a:p>
          <a:p>
            <a:pPr marL="457200" indent="-457200">
              <a:buFont typeface="Arial" panose="02080604020202020204" pitchFamily="34" charset="0"/>
              <a:buChar char="•"/>
            </a:pPr>
            <a:r>
              <a:rPr lang="en-US" sz="4800">
                <a:solidFill>
                  <a:schemeClr val="tx1"/>
                </a:solidFill>
                <a:latin typeface="Calibri" panose="020F0502020204030204" charset="0"/>
                <a:ea typeface="Calibri" panose="020F0502020204030204" charset="0"/>
                <a:cs typeface="Calibri" panose="020F0502020204030204" charset="0"/>
                <a:sym typeface="+mn-ea"/>
              </a:rPr>
              <a:t>NFC tags also perform a variety of actions, such as changing handset settings or launching a website.</a:t>
            </a:r>
            <a:endParaRPr lang="en-US" sz="4800">
              <a:solidFill>
                <a:schemeClr val="tx1"/>
              </a:solidFill>
              <a:latin typeface="Calibri" panose="020F0502020204030204" charset="0"/>
              <a:ea typeface="Calibri" panose="020F0502020204030204" charset="0"/>
              <a:cs typeface="Calibri" panose="020F0502020204030204" charset="0"/>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726" name="Закругленный прямоугольник"/>
          <p:cNvSpPr/>
          <p:nvPr/>
        </p:nvSpPr>
        <p:spPr>
          <a:xfrm>
            <a:off x="11866344" y="2438400"/>
            <a:ext cx="28171875" cy="8839200"/>
          </a:xfrm>
          <a:prstGeom prst="roundRect">
            <a:avLst>
              <a:gd name="adj" fmla="val 50000"/>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7" name="Title text slide"/>
          <p:cNvSpPr txBox="1"/>
          <p:nvPr/>
        </p:nvSpPr>
        <p:spPr>
          <a:xfrm>
            <a:off x="2002155" y="3576638"/>
            <a:ext cx="12872720" cy="1209040"/>
          </a:xfrm>
          <a:prstGeom prst="rect">
            <a:avLst/>
          </a:prstGeom>
          <a:ln w="12700">
            <a:miter lim="400000"/>
          </a:ln>
        </p:spPr>
        <p:txBody>
          <a:bodyPr wrap="square" lIns="50800" tIns="50800" rIns="50800" bIns="50800" anchor="ctr">
            <a:spAutoFit/>
          </a:bodyPr>
          <a:lstStyle>
            <a:lvl1pPr algn="l">
              <a:defRPr sz="8000" b="0">
                <a:solidFill>
                  <a:srgbClr val="31333D"/>
                </a:solidFill>
                <a:latin typeface="Maven Pro Medium"/>
                <a:ea typeface="Maven Pro Medium"/>
                <a:cs typeface="Maven Pro Medium"/>
                <a:sym typeface="Maven Pro Medium"/>
              </a:defRPr>
            </a:lvl1pPr>
          </a:lstStyle>
          <a:p>
            <a:r>
              <a:rPr lang="en-US" sz="7200">
                <a:latin typeface="Calibri" panose="020F0502020204030204" charset="0"/>
                <a:ea typeface="Calibri" panose="020F0502020204030204" charset="0"/>
                <a:cs typeface="Calibri" panose="020F0502020204030204" charset="0"/>
              </a:rPr>
              <a:t>NFC Tags</a:t>
            </a:r>
            <a:endParaRPr lang="en-US" sz="7200">
              <a:latin typeface="Calibri" panose="020F0502020204030204" charset="0"/>
              <a:ea typeface="Calibri" panose="020F0502020204030204" charset="0"/>
              <a:cs typeface="Calibri" panose="020F0502020204030204" charset="0"/>
            </a:endParaRPr>
          </a:p>
        </p:txBody>
      </p:sp>
      <p:sp>
        <p:nvSpPr>
          <p:cNvPr id="1048728" name="Фигура"/>
          <p:cNvSpPr/>
          <p:nvPr/>
        </p:nvSpPr>
        <p:spPr>
          <a:xfrm>
            <a:off x="2799299" y="5013659"/>
            <a:ext cx="1576918" cy="560672"/>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a:gsLst>
              <a:gs pos="0">
                <a:schemeClr val="accent2"/>
              </a:gs>
              <a:gs pos="100000">
                <a:schemeClr val="accent1"/>
              </a:gs>
            </a:gsLst>
            <a:lin ang="2015830"/>
          </a:gra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9" name="Ut enim ad minim veniam, quis nostrud exercitation ullamco laboris nisi ut aliquip ex ea commo consequat. Duis aute irure dolor in reprehenderit in Lorem ipsum dolor sit amet, consectetur sed adipiscing elit, sed do eiusmod tempor incididunt ut labore et dolore magna aliqua. Voluptate velit esse cillum dolore eu fugiat nulla pariatur. Excepteur sint occaecat cupidatat non proident, sunt in culpa qui officia deserunt mollit anim sed id est laborum. Sed ut perspiciatis unde omnis iste natus error sit voluptatem accusantium doloremque sed laudantium, totam rem aperi, voluptatem quia voluptas sit aspernatur Excepteur sint occaecat cupidatat non proident, sunt in culpa qui officia voluptatem accusantium doloremque sed laudantium, totam rem aperi, voluptatem quia voluptas"/>
          <p:cNvSpPr txBox="1"/>
          <p:nvPr/>
        </p:nvSpPr>
        <p:spPr>
          <a:xfrm>
            <a:off x="2799080" y="6099175"/>
            <a:ext cx="19335115" cy="5970905"/>
          </a:xfrm>
          <a:prstGeom prst="rect">
            <a:avLst/>
          </a:prstGeom>
          <a:ln w="12700">
            <a:miter lim="400000"/>
          </a:ln>
        </p:spPr>
        <p:txBody>
          <a:bodyPr wrap="square" lIns="50800" tIns="50800" rIns="50800" bIns="50800">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pPr marL="457200" indent="-457200">
              <a:buFont typeface="Arial" panose="02080604020202020204" pitchFamily="34" charset="0"/>
              <a:buChar char="•"/>
            </a:pPr>
            <a:r>
              <a:rPr lang="en-US" sz="4800">
                <a:solidFill>
                  <a:schemeClr val="tx1"/>
                </a:solidFill>
                <a:latin typeface="Calibri" panose="020F0502020204030204" charset="0"/>
                <a:ea typeface="Calibri" panose="020F0502020204030204" charset="0"/>
                <a:cs typeface="Calibri" panose="020F0502020204030204" charset="0"/>
              </a:rPr>
              <a:t>You can write data to an NFC tag using an NFC-enabled Mobile phone.</a:t>
            </a:r>
            <a:endParaRPr lang="en-US" sz="4800">
              <a:solidFill>
                <a:schemeClr val="tx1"/>
              </a:solidFill>
              <a:latin typeface="Calibri" panose="020F0502020204030204" charset="0"/>
              <a:ea typeface="Calibri" panose="020F0502020204030204" charset="0"/>
              <a:cs typeface="Calibri" panose="020F0502020204030204" charset="0"/>
            </a:endParaRPr>
          </a:p>
          <a:p>
            <a:pPr marL="457200" indent="-457200">
              <a:buFont typeface="Arial" panose="02080604020202020204" pitchFamily="34" charset="0"/>
              <a:buChar char="•"/>
            </a:pPr>
            <a:r>
              <a:rPr lang="en-US" sz="4800">
                <a:solidFill>
                  <a:schemeClr val="tx1"/>
                </a:solidFill>
                <a:latin typeface="Calibri" panose="020F0502020204030204" charset="0"/>
                <a:ea typeface="Calibri" panose="020F0502020204030204" charset="0"/>
                <a:cs typeface="Calibri" panose="020F0502020204030204" charset="0"/>
                <a:sym typeface="+mn-ea"/>
              </a:rPr>
              <a:t>Most used App :</a:t>
            </a:r>
            <a:endParaRPr lang="en-US" sz="4800" b="0">
              <a:solidFill>
                <a:schemeClr val="tx1"/>
              </a:solidFill>
              <a:latin typeface="Calibri" panose="020F0502020204030204" charset="0"/>
              <a:ea typeface="Calibri" panose="020F0502020204030204" charset="0"/>
              <a:cs typeface="Calibri" panose="020F0502020204030204" charset="0"/>
              <a:sym typeface="+mn-ea"/>
            </a:endParaRPr>
          </a:p>
          <a:p>
            <a:pPr marL="2400300" lvl="3" indent="-1028700" algn="l">
              <a:buFont typeface="+mj-lt"/>
              <a:buAutoNum type="romanUcPeriod"/>
            </a:pPr>
            <a:r>
              <a:rPr lang="en-US" sz="4800" b="0">
                <a:solidFill>
                  <a:schemeClr val="tx1"/>
                </a:solidFill>
                <a:latin typeface="Calibri" panose="020F0502020204030204" charset="0"/>
                <a:ea typeface="Calibri" panose="020F0502020204030204" charset="0"/>
                <a:cs typeface="Calibri" panose="020F0502020204030204" charset="0"/>
                <a:sym typeface="+mn-ea"/>
              </a:rPr>
              <a:t>NFC Tools</a:t>
            </a:r>
            <a:endParaRPr lang="en-US" sz="4800" b="0">
              <a:solidFill>
                <a:schemeClr val="tx1"/>
              </a:solidFill>
              <a:latin typeface="Calibri" panose="020F0502020204030204" charset="0"/>
              <a:ea typeface="Calibri" panose="020F0502020204030204" charset="0"/>
              <a:cs typeface="Calibri" panose="020F0502020204030204" charset="0"/>
              <a:sym typeface="+mn-ea"/>
            </a:endParaRPr>
          </a:p>
          <a:p>
            <a:pPr marL="2400300" lvl="3" indent="-1028700" algn="l">
              <a:buFont typeface="+mj-lt"/>
              <a:buAutoNum type="romanUcPeriod"/>
            </a:pPr>
            <a:r>
              <a:rPr lang="en-US" sz="4800" b="0">
                <a:solidFill>
                  <a:schemeClr val="tx1"/>
                </a:solidFill>
                <a:latin typeface="Calibri" panose="020F0502020204030204" charset="0"/>
                <a:ea typeface="Calibri" panose="020F0502020204030204" charset="0"/>
                <a:cs typeface="Calibri" panose="020F0502020204030204" charset="0"/>
                <a:sym typeface="+mn-ea"/>
              </a:rPr>
              <a:t>NXP TagWriter</a:t>
            </a:r>
            <a:endParaRPr lang="en-US" sz="4800" b="0">
              <a:solidFill>
                <a:schemeClr val="tx1"/>
              </a:solidFill>
              <a:latin typeface="Calibri" panose="020F0502020204030204" charset="0"/>
              <a:ea typeface="Calibri" panose="020F0502020204030204" charset="0"/>
              <a:cs typeface="Calibri" panose="020F0502020204030204" charset="0"/>
              <a:sym typeface="+mn-ea"/>
            </a:endParaRPr>
          </a:p>
          <a:p>
            <a:pPr marL="2400300" lvl="3" indent="-1028700" algn="l">
              <a:buFont typeface="+mj-lt"/>
              <a:buAutoNum type="romanUcPeriod"/>
            </a:pPr>
            <a:r>
              <a:rPr lang="en-US" sz="4800" b="0">
                <a:solidFill>
                  <a:schemeClr val="tx1"/>
                </a:solidFill>
                <a:latin typeface="Calibri" panose="020F0502020204030204" charset="0"/>
                <a:ea typeface="Calibri" panose="020F0502020204030204" charset="0"/>
                <a:cs typeface="Calibri" panose="020F0502020204030204" charset="0"/>
                <a:sym typeface="+mn-ea"/>
              </a:rPr>
              <a:t>Trigger</a:t>
            </a:r>
            <a:endParaRPr lang="en-US" sz="4800" b="0">
              <a:solidFill>
                <a:schemeClr val="tx1"/>
              </a:solidFill>
              <a:latin typeface="Calibri" panose="020F0502020204030204" charset="0"/>
              <a:ea typeface="Calibri" panose="020F0502020204030204" charset="0"/>
              <a:cs typeface="Calibri" panose="020F0502020204030204" charset="0"/>
              <a:sym typeface="+mn-ea"/>
            </a:endParaRPr>
          </a:p>
          <a:p>
            <a:pPr marL="2400300" lvl="3" indent="-1028700" algn="l">
              <a:buFont typeface="+mj-lt"/>
              <a:buAutoNum type="romanUcPeriod"/>
            </a:pPr>
            <a:r>
              <a:rPr lang="en-US" sz="4800" b="0">
                <a:solidFill>
                  <a:schemeClr val="tx1"/>
                </a:solidFill>
                <a:latin typeface="Calibri" panose="020F0502020204030204" charset="0"/>
                <a:ea typeface="Calibri" panose="020F0502020204030204" charset="0"/>
                <a:cs typeface="Calibri" panose="020F0502020204030204" charset="0"/>
                <a:sym typeface="+mn-ea"/>
              </a:rPr>
              <a:t>Simply NFC</a:t>
            </a:r>
            <a:endParaRPr lang="en-US" sz="4800" b="0">
              <a:solidFill>
                <a:schemeClr val="tx1"/>
              </a:solidFill>
              <a:latin typeface="Calibri" panose="020F0502020204030204" charset="0"/>
              <a:ea typeface="Calibri" panose="020F0502020204030204" charset="0"/>
              <a:cs typeface="Calibri" panose="020F0502020204030204" charset="0"/>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726" name="Закругленный прямоугольник"/>
          <p:cNvSpPr/>
          <p:nvPr/>
        </p:nvSpPr>
        <p:spPr>
          <a:xfrm>
            <a:off x="11866344" y="2438400"/>
            <a:ext cx="28171875" cy="8839200"/>
          </a:xfrm>
          <a:prstGeom prst="roundRect">
            <a:avLst>
              <a:gd name="adj" fmla="val 50000"/>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7" name="Title text slide"/>
          <p:cNvSpPr txBox="1"/>
          <p:nvPr/>
        </p:nvSpPr>
        <p:spPr>
          <a:xfrm>
            <a:off x="1777365" y="429578"/>
            <a:ext cx="12872720" cy="1209040"/>
          </a:xfrm>
          <a:prstGeom prst="rect">
            <a:avLst/>
          </a:prstGeom>
          <a:ln w="12700">
            <a:miter lim="400000"/>
          </a:ln>
        </p:spPr>
        <p:txBody>
          <a:bodyPr wrap="square" lIns="50800" tIns="50800" rIns="50800" bIns="50800" anchor="ctr">
            <a:spAutoFit/>
          </a:bodyPr>
          <a:lstStyle>
            <a:lvl1pPr algn="l">
              <a:defRPr sz="8000" b="0">
                <a:solidFill>
                  <a:srgbClr val="31333D"/>
                </a:solidFill>
                <a:latin typeface="Maven Pro Medium"/>
                <a:ea typeface="Maven Pro Medium"/>
                <a:cs typeface="Maven Pro Medium"/>
                <a:sym typeface="Maven Pro Medium"/>
              </a:defRPr>
            </a:lvl1pPr>
          </a:lstStyle>
          <a:p>
            <a:r>
              <a:rPr lang="en-US" sz="7200">
                <a:latin typeface="Calibri" panose="020F0502020204030204" charset="0"/>
                <a:ea typeface="Calibri" panose="020F0502020204030204" charset="0"/>
                <a:cs typeface="Calibri" panose="020F0502020204030204" charset="0"/>
              </a:rPr>
              <a:t>NFC Tools App</a:t>
            </a:r>
            <a:endParaRPr lang="en-US" sz="7200">
              <a:latin typeface="Calibri" panose="020F0502020204030204" charset="0"/>
              <a:ea typeface="Calibri" panose="020F0502020204030204" charset="0"/>
              <a:cs typeface="Calibri" panose="020F0502020204030204" charset="0"/>
            </a:endParaRPr>
          </a:p>
        </p:txBody>
      </p:sp>
      <p:sp>
        <p:nvSpPr>
          <p:cNvPr id="1048728" name="Фигура"/>
          <p:cNvSpPr/>
          <p:nvPr/>
        </p:nvSpPr>
        <p:spPr>
          <a:xfrm>
            <a:off x="2799299" y="1913589"/>
            <a:ext cx="1576918" cy="560672"/>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a:gsLst>
              <a:gs pos="0">
                <a:schemeClr val="accent2"/>
              </a:gs>
              <a:gs pos="100000">
                <a:schemeClr val="accent1"/>
              </a:gs>
            </a:gsLst>
            <a:lin ang="2015830"/>
          </a:gra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pic>
        <p:nvPicPr>
          <p:cNvPr id="1" name="Picture 0" descr="nfc-tools-for-ios"/>
          <p:cNvPicPr>
            <a:picLocks noChangeAspect="1"/>
          </p:cNvPicPr>
          <p:nvPr/>
        </p:nvPicPr>
        <p:blipFill>
          <a:blip r:embed="rId1"/>
          <a:stretch>
            <a:fillRect/>
          </a:stretch>
        </p:blipFill>
        <p:spPr>
          <a:xfrm>
            <a:off x="3418840" y="3072130"/>
            <a:ext cx="17546955" cy="92125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726" name="Закругленный прямоугольник"/>
          <p:cNvSpPr/>
          <p:nvPr/>
        </p:nvSpPr>
        <p:spPr>
          <a:xfrm>
            <a:off x="11866344" y="2438400"/>
            <a:ext cx="28171875" cy="8839200"/>
          </a:xfrm>
          <a:prstGeom prst="roundRect">
            <a:avLst>
              <a:gd name="adj" fmla="val 50000"/>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7" name="Title text slide"/>
          <p:cNvSpPr txBox="1"/>
          <p:nvPr/>
        </p:nvSpPr>
        <p:spPr>
          <a:xfrm>
            <a:off x="1859280" y="428943"/>
            <a:ext cx="15222855" cy="1209040"/>
          </a:xfrm>
          <a:prstGeom prst="rect">
            <a:avLst/>
          </a:prstGeom>
          <a:ln w="12700">
            <a:miter lim="400000"/>
          </a:ln>
        </p:spPr>
        <p:txBody>
          <a:bodyPr wrap="square" lIns="50800" tIns="50800" rIns="50800" bIns="50800" anchor="ctr">
            <a:spAutoFit/>
          </a:bodyPr>
          <a:lstStyle>
            <a:lvl1pPr algn="l">
              <a:defRPr sz="8000" b="0">
                <a:solidFill>
                  <a:srgbClr val="31333D"/>
                </a:solidFill>
                <a:latin typeface="Maven Pro Medium"/>
                <a:ea typeface="Maven Pro Medium"/>
                <a:cs typeface="Maven Pro Medium"/>
                <a:sym typeface="Maven Pro Medium"/>
              </a:defRPr>
            </a:lvl1pPr>
          </a:lstStyle>
          <a:p>
            <a:r>
              <a:rPr lang="en-US" sz="7200">
                <a:latin typeface="Calibri" panose="020F0502020204030204" charset="0"/>
                <a:ea typeface="Calibri" panose="020F0502020204030204" charset="0"/>
                <a:cs typeface="Calibri" panose="020F0502020204030204" charset="0"/>
              </a:rPr>
              <a:t>Program NFC Tags using python</a:t>
            </a:r>
            <a:endParaRPr lang="en-US" sz="7200">
              <a:latin typeface="Calibri" panose="020F0502020204030204" charset="0"/>
              <a:ea typeface="Calibri" panose="020F0502020204030204" charset="0"/>
              <a:cs typeface="Calibri" panose="020F0502020204030204" charset="0"/>
            </a:endParaRPr>
          </a:p>
        </p:txBody>
      </p:sp>
      <p:sp>
        <p:nvSpPr>
          <p:cNvPr id="1048728" name="Фигура"/>
          <p:cNvSpPr/>
          <p:nvPr/>
        </p:nvSpPr>
        <p:spPr>
          <a:xfrm>
            <a:off x="2799299" y="2070434"/>
            <a:ext cx="1576918" cy="560672"/>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a:gsLst>
              <a:gs pos="0">
                <a:schemeClr val="accent2"/>
              </a:gs>
              <a:gs pos="100000">
                <a:schemeClr val="accent1"/>
              </a:gs>
            </a:gsLst>
            <a:lin ang="2015830"/>
          </a:gra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9" name="Ut enim ad minim veniam, quis nostrud exercitation ullamco laboris nisi ut aliquip ex ea commo consequat. Duis aute irure dolor in reprehenderit in Lorem ipsum dolor sit amet, consectetur sed adipiscing elit, sed do eiusmod tempor incididunt ut labore et dolore magna aliqua. Voluptate velit esse cillum dolore eu fugiat nulla pariatur. Excepteur sint occaecat cupidatat non proident, sunt in culpa qui officia deserunt mollit anim sed id est laborum. Sed ut perspiciatis unde omnis iste natus error sit voluptatem accusantium doloremque sed laudantium, totam rem aperi, voluptatem quia voluptas sit aspernatur Excepteur sint occaecat cupidatat non proident, sunt in culpa qui officia voluptatem accusantium doloremque sed laudantium, totam rem aperi, voluptatem quia voluptas"/>
          <p:cNvSpPr txBox="1"/>
          <p:nvPr/>
        </p:nvSpPr>
        <p:spPr>
          <a:xfrm>
            <a:off x="2799080" y="3063240"/>
            <a:ext cx="19335115" cy="10114915"/>
          </a:xfrm>
          <a:prstGeom prst="rect">
            <a:avLst/>
          </a:prstGeom>
          <a:ln w="12700">
            <a:miter lim="400000"/>
          </a:ln>
        </p:spPr>
        <p:txBody>
          <a:bodyPr wrap="square" lIns="50800" tIns="50800" rIns="50800" bIns="50800">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pPr>
              <a:lnSpc>
                <a:spcPct val="100000"/>
              </a:lnSpc>
              <a:buFont typeface="Arial" panose="02080604020202020204" pitchFamily="34" charset="0"/>
            </a:pPr>
            <a:r>
              <a:rPr lang="en-US" sz="4400" b="0">
                <a:solidFill>
                  <a:schemeClr val="tx1"/>
                </a:solidFill>
                <a:latin typeface="Calibri" panose="020F0502020204030204" charset="0"/>
                <a:ea typeface="Calibri" panose="020F0502020204030204" charset="0"/>
                <a:cs typeface="Calibri" panose="020F0502020204030204" charset="0"/>
                <a:sym typeface="+mn-ea"/>
              </a:rPr>
              <a:t>import nfc</a:t>
            </a:r>
            <a:endParaRPr lang="en-US" sz="4400" b="0">
              <a:solidFill>
                <a:schemeClr val="tx1"/>
              </a:solidFill>
              <a:latin typeface="Calibri" panose="020F0502020204030204" charset="0"/>
              <a:ea typeface="Calibri" panose="020F0502020204030204" charset="0"/>
              <a:cs typeface="Calibri" panose="020F0502020204030204" charset="0"/>
              <a:sym typeface="+mn-ea"/>
            </a:endParaRPr>
          </a:p>
          <a:p>
            <a:pPr>
              <a:lnSpc>
                <a:spcPct val="100000"/>
              </a:lnSpc>
              <a:buFont typeface="Arial" panose="02080604020202020204" pitchFamily="34" charset="0"/>
            </a:pPr>
            <a:r>
              <a:rPr lang="en-US" sz="4400" b="0">
                <a:solidFill>
                  <a:schemeClr val="tx1"/>
                </a:solidFill>
                <a:latin typeface="Calibri" panose="020F0502020204030204" charset="0"/>
                <a:ea typeface="Calibri" panose="020F0502020204030204" charset="0"/>
                <a:cs typeface="Calibri" panose="020F0502020204030204" charset="0"/>
                <a:sym typeface="+mn-ea"/>
              </a:rPr>
              <a:t>import ndef</a:t>
            </a:r>
            <a:endParaRPr lang="en-US" sz="4400" b="0">
              <a:solidFill>
                <a:schemeClr val="tx1"/>
              </a:solidFill>
              <a:latin typeface="Calibri" panose="020F0502020204030204" charset="0"/>
              <a:ea typeface="Calibri" panose="020F0502020204030204" charset="0"/>
              <a:cs typeface="Calibri" panose="020F0502020204030204" charset="0"/>
              <a:sym typeface="+mn-ea"/>
            </a:endParaRPr>
          </a:p>
          <a:p>
            <a:pPr>
              <a:lnSpc>
                <a:spcPct val="100000"/>
              </a:lnSpc>
              <a:buFont typeface="Arial" panose="02080604020202020204" pitchFamily="34" charset="0"/>
            </a:pPr>
            <a:r>
              <a:rPr lang="en-US" sz="4400" b="0">
                <a:solidFill>
                  <a:schemeClr val="tx1"/>
                </a:solidFill>
                <a:latin typeface="Calibri" panose="020F0502020204030204" charset="0"/>
                <a:ea typeface="Calibri" panose="020F0502020204030204" charset="0"/>
                <a:cs typeface="Calibri" panose="020F0502020204030204" charset="0"/>
                <a:sym typeface="+mn-ea"/>
              </a:rPr>
              <a:t>from threading import Thread</a:t>
            </a:r>
            <a:endParaRPr lang="en-US" sz="4400" b="0">
              <a:solidFill>
                <a:schemeClr val="tx1"/>
              </a:solidFill>
              <a:latin typeface="Calibri" panose="020F0502020204030204" charset="0"/>
              <a:ea typeface="Calibri" panose="020F0502020204030204" charset="0"/>
              <a:cs typeface="Calibri" panose="020F0502020204030204" charset="0"/>
              <a:sym typeface="+mn-ea"/>
            </a:endParaRPr>
          </a:p>
          <a:p>
            <a:pPr>
              <a:lnSpc>
                <a:spcPct val="100000"/>
              </a:lnSpc>
              <a:buFont typeface="Arial" panose="02080604020202020204" pitchFamily="34" charset="0"/>
            </a:pPr>
            <a:r>
              <a:rPr lang="en-US" sz="4400" b="0">
                <a:solidFill>
                  <a:schemeClr val="tx1"/>
                </a:solidFill>
                <a:latin typeface="Calibri" panose="020F0502020204030204" charset="0"/>
                <a:ea typeface="Calibri" panose="020F0502020204030204" charset="0"/>
                <a:cs typeface="Calibri" panose="020F0502020204030204" charset="0"/>
                <a:sym typeface="+mn-ea"/>
              </a:rPr>
              <a:t>def beam(llc):</a:t>
            </a:r>
            <a:endParaRPr lang="en-US" sz="4400" b="0">
              <a:solidFill>
                <a:schemeClr val="tx1"/>
              </a:solidFill>
              <a:latin typeface="Calibri" panose="020F0502020204030204" charset="0"/>
              <a:ea typeface="Calibri" panose="020F0502020204030204" charset="0"/>
              <a:cs typeface="Calibri" panose="020F0502020204030204" charset="0"/>
              <a:sym typeface="+mn-ea"/>
            </a:endParaRPr>
          </a:p>
          <a:p>
            <a:pPr>
              <a:lnSpc>
                <a:spcPct val="100000"/>
              </a:lnSpc>
              <a:buFont typeface="Arial" panose="02080604020202020204" pitchFamily="34" charset="0"/>
            </a:pPr>
            <a:r>
              <a:rPr lang="en-US" sz="4400" b="0">
                <a:solidFill>
                  <a:schemeClr val="tx1"/>
                </a:solidFill>
                <a:latin typeface="Calibri" panose="020F0502020204030204" charset="0"/>
                <a:ea typeface="Calibri" panose="020F0502020204030204" charset="0"/>
                <a:cs typeface="Calibri" panose="020F0502020204030204" charset="0"/>
                <a:sym typeface="+mn-ea"/>
              </a:rPr>
              <a:t>snep_client = nfc.snep.SnepClient(llc)</a:t>
            </a:r>
            <a:endParaRPr lang="en-US" sz="4400" b="0">
              <a:solidFill>
                <a:schemeClr val="tx1"/>
              </a:solidFill>
              <a:latin typeface="Calibri" panose="020F0502020204030204" charset="0"/>
              <a:ea typeface="Calibri" panose="020F0502020204030204" charset="0"/>
              <a:cs typeface="Calibri" panose="020F0502020204030204" charset="0"/>
              <a:sym typeface="+mn-ea"/>
            </a:endParaRPr>
          </a:p>
          <a:p>
            <a:pPr>
              <a:lnSpc>
                <a:spcPct val="100000"/>
              </a:lnSpc>
              <a:buFont typeface="Arial" panose="02080604020202020204" pitchFamily="34" charset="0"/>
            </a:pPr>
            <a:r>
              <a:rPr lang="en-US" sz="4400" b="0">
                <a:solidFill>
                  <a:schemeClr val="tx1"/>
                </a:solidFill>
                <a:latin typeface="Calibri" panose="020F0502020204030204" charset="0"/>
                <a:ea typeface="Calibri" panose="020F0502020204030204" charset="0"/>
                <a:cs typeface="Calibri" panose="020F0502020204030204" charset="0"/>
                <a:sym typeface="+mn-ea"/>
              </a:rPr>
              <a:t>snep_client.put_records([ndef.UriRecord('</a:t>
            </a:r>
            <a:r>
              <a:rPr lang="en-US" sz="4400" b="0">
                <a:solidFill>
                  <a:srgbClr val="FF0000"/>
                </a:solidFill>
                <a:latin typeface="Calibri" panose="020F0502020204030204" charset="0"/>
                <a:ea typeface="Calibri" panose="020F0502020204030204" charset="0"/>
                <a:cs typeface="Calibri" panose="020F0502020204030204" charset="0"/>
                <a:sym typeface="+mn-ea"/>
              </a:rPr>
              <a:t>http://nfcpy.org</a:t>
            </a:r>
            <a:r>
              <a:rPr lang="en-US" sz="4400" b="0">
                <a:solidFill>
                  <a:schemeClr val="tx1"/>
                </a:solidFill>
                <a:latin typeface="Calibri" panose="020F0502020204030204" charset="0"/>
                <a:ea typeface="Calibri" panose="020F0502020204030204" charset="0"/>
                <a:cs typeface="Calibri" panose="020F0502020204030204" charset="0"/>
                <a:sym typeface="+mn-ea"/>
              </a:rPr>
              <a:t>')])</a:t>
            </a:r>
            <a:endParaRPr lang="en-US" sz="4400" b="0">
              <a:solidFill>
                <a:schemeClr val="tx1"/>
              </a:solidFill>
              <a:latin typeface="Calibri" panose="020F0502020204030204" charset="0"/>
              <a:ea typeface="Calibri" panose="020F0502020204030204" charset="0"/>
              <a:cs typeface="Calibri" panose="020F0502020204030204" charset="0"/>
              <a:sym typeface="+mn-ea"/>
            </a:endParaRPr>
          </a:p>
          <a:p>
            <a:pPr>
              <a:lnSpc>
                <a:spcPct val="100000"/>
              </a:lnSpc>
              <a:buFont typeface="Arial" panose="02080604020202020204" pitchFamily="34" charset="0"/>
            </a:pPr>
            <a:r>
              <a:rPr lang="en-US" sz="4400" b="0">
                <a:solidFill>
                  <a:schemeClr val="tx1"/>
                </a:solidFill>
                <a:latin typeface="Calibri" panose="020F0502020204030204" charset="0"/>
                <a:ea typeface="Calibri" panose="020F0502020204030204" charset="0"/>
                <a:cs typeface="Calibri" panose="020F0502020204030204" charset="0"/>
                <a:sym typeface="+mn-ea"/>
              </a:rPr>
              <a:t>def connected(llc):</a:t>
            </a:r>
            <a:endParaRPr lang="en-US" sz="4400" b="0">
              <a:solidFill>
                <a:schemeClr val="tx1"/>
              </a:solidFill>
              <a:latin typeface="Calibri" panose="020F0502020204030204" charset="0"/>
              <a:ea typeface="Calibri" panose="020F0502020204030204" charset="0"/>
              <a:cs typeface="Calibri" panose="020F0502020204030204" charset="0"/>
              <a:sym typeface="+mn-ea"/>
            </a:endParaRPr>
          </a:p>
          <a:p>
            <a:pPr>
              <a:lnSpc>
                <a:spcPct val="100000"/>
              </a:lnSpc>
              <a:buFont typeface="Arial" panose="02080604020202020204" pitchFamily="34" charset="0"/>
            </a:pPr>
            <a:r>
              <a:rPr lang="en-US" sz="4400" b="0">
                <a:solidFill>
                  <a:schemeClr val="tx1"/>
                </a:solidFill>
                <a:latin typeface="Calibri" panose="020F0502020204030204" charset="0"/>
                <a:ea typeface="Calibri" panose="020F0502020204030204" charset="0"/>
                <a:cs typeface="Calibri" panose="020F0502020204030204" charset="0"/>
                <a:sym typeface="+mn-ea"/>
              </a:rPr>
              <a:t>Thread(target=beam, args=(llc,)).start()</a:t>
            </a:r>
            <a:endParaRPr lang="en-US" sz="4400" b="0">
              <a:solidFill>
                <a:schemeClr val="tx1"/>
              </a:solidFill>
              <a:latin typeface="Calibri" panose="020F0502020204030204" charset="0"/>
              <a:ea typeface="Calibri" panose="020F0502020204030204" charset="0"/>
              <a:cs typeface="Calibri" panose="020F0502020204030204" charset="0"/>
              <a:sym typeface="+mn-ea"/>
            </a:endParaRPr>
          </a:p>
          <a:p>
            <a:pPr>
              <a:lnSpc>
                <a:spcPct val="100000"/>
              </a:lnSpc>
              <a:buFont typeface="Arial" panose="02080604020202020204" pitchFamily="34" charset="0"/>
            </a:pPr>
            <a:r>
              <a:rPr lang="en-US" sz="4400" b="0">
                <a:solidFill>
                  <a:schemeClr val="tx1"/>
                </a:solidFill>
                <a:latin typeface="Calibri" panose="020F0502020204030204" charset="0"/>
                <a:ea typeface="Calibri" panose="020F0502020204030204" charset="0"/>
                <a:cs typeface="Calibri" panose="020F0502020204030204" charset="0"/>
                <a:sym typeface="+mn-ea"/>
              </a:rPr>
              <a:t>return True</a:t>
            </a:r>
            <a:endParaRPr lang="en-US" sz="4400" b="0">
              <a:solidFill>
                <a:schemeClr val="tx1"/>
              </a:solidFill>
              <a:latin typeface="Calibri" panose="020F0502020204030204" charset="0"/>
              <a:ea typeface="Calibri" panose="020F0502020204030204" charset="0"/>
              <a:cs typeface="Calibri" panose="020F0502020204030204" charset="0"/>
              <a:sym typeface="+mn-ea"/>
            </a:endParaRPr>
          </a:p>
          <a:p>
            <a:pPr>
              <a:lnSpc>
                <a:spcPct val="100000"/>
              </a:lnSpc>
              <a:buFont typeface="Arial" panose="02080604020202020204" pitchFamily="34" charset="0"/>
            </a:pPr>
            <a:r>
              <a:rPr lang="en-US" sz="4400" b="0">
                <a:solidFill>
                  <a:schemeClr val="tx1"/>
                </a:solidFill>
                <a:latin typeface="Calibri" panose="020F0502020204030204" charset="0"/>
                <a:ea typeface="Calibri" panose="020F0502020204030204" charset="0"/>
                <a:cs typeface="Calibri" panose="020F0502020204030204" charset="0"/>
                <a:sym typeface="+mn-ea"/>
              </a:rPr>
              <a:t>with nfc.ContactlessFrontend('usb') as clf:</a:t>
            </a:r>
            <a:endParaRPr lang="en-US" sz="4400" b="0">
              <a:solidFill>
                <a:schemeClr val="tx1"/>
              </a:solidFill>
              <a:latin typeface="Calibri" panose="020F0502020204030204" charset="0"/>
              <a:ea typeface="Calibri" panose="020F0502020204030204" charset="0"/>
              <a:cs typeface="Calibri" panose="020F0502020204030204" charset="0"/>
              <a:sym typeface="+mn-ea"/>
            </a:endParaRPr>
          </a:p>
          <a:p>
            <a:pPr>
              <a:lnSpc>
                <a:spcPct val="100000"/>
              </a:lnSpc>
              <a:buFont typeface="Arial" panose="02080604020202020204" pitchFamily="34" charset="0"/>
            </a:pPr>
            <a:r>
              <a:rPr lang="en-US" sz="4400" b="0">
                <a:solidFill>
                  <a:schemeClr val="tx1"/>
                </a:solidFill>
                <a:latin typeface="Calibri" panose="020F0502020204030204" charset="0"/>
                <a:ea typeface="Calibri" panose="020F0502020204030204" charset="0"/>
                <a:cs typeface="Calibri" panose="020F0502020204030204" charset="0"/>
                <a:sym typeface="+mn-ea"/>
              </a:rPr>
              <a:t>clf.connect(llcp={'on-connect': connected})</a:t>
            </a:r>
            <a:endParaRPr lang="en-US" sz="4400" b="0">
              <a:solidFill>
                <a:schemeClr val="tx1"/>
              </a:solidFill>
              <a:latin typeface="Calibri" panose="020F0502020204030204" charset="0"/>
              <a:ea typeface="Calibri" panose="020F0502020204030204" charset="0"/>
              <a:cs typeface="Calibri" panose="020F0502020204030204" charset="0"/>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97" name="Кружок"/>
          <p:cNvSpPr/>
          <p:nvPr/>
        </p:nvSpPr>
        <p:spPr>
          <a:xfrm>
            <a:off x="-3273475" y="-73075"/>
            <a:ext cx="18942150" cy="18942150"/>
          </a:xfrm>
          <a:prstGeom prst="ellipse">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698" name="Кружок"/>
          <p:cNvSpPr/>
          <p:nvPr/>
        </p:nvSpPr>
        <p:spPr>
          <a:xfrm>
            <a:off x="1346795" y="4547195"/>
            <a:ext cx="9701610" cy="9701610"/>
          </a:xfrm>
          <a:prstGeom prst="ellipse">
            <a:avLst/>
          </a:prstGeom>
          <a:solidFill>
            <a:srgbClr val="FFFFFF"/>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699" name="Кружок"/>
          <p:cNvSpPr/>
          <p:nvPr/>
        </p:nvSpPr>
        <p:spPr>
          <a:xfrm>
            <a:off x="3761531" y="6961931"/>
            <a:ext cx="4872138" cy="4872138"/>
          </a:xfrm>
          <a:prstGeom prst="ellipse">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00" name="Title text slide with progress bar"/>
          <p:cNvSpPr txBox="1"/>
          <p:nvPr/>
        </p:nvSpPr>
        <p:spPr>
          <a:xfrm>
            <a:off x="1641512" y="5111116"/>
            <a:ext cx="9112176" cy="3548380"/>
          </a:xfrm>
          <a:prstGeom prst="rect">
            <a:avLst/>
          </a:prstGeom>
          <a:ln w="12700">
            <a:miter lim="400000"/>
          </a:ln>
        </p:spPr>
        <p:txBody>
          <a:bodyPr lIns="50800" tIns="50800" rIns="50800" bIns="50800" anchor="ctr">
            <a:spAutoFit/>
          </a:bodyPr>
          <a:lstStyle>
            <a:lvl1pPr algn="l">
              <a:defRPr sz="13000" b="0">
                <a:solidFill>
                  <a:srgbClr val="31333D"/>
                </a:solidFill>
                <a:latin typeface="Maven Pro Medium"/>
                <a:ea typeface="Maven Pro Medium"/>
                <a:cs typeface="Maven Pro Medium"/>
                <a:sym typeface="Maven Pro Medium"/>
              </a:defRPr>
            </a:lvl1pPr>
          </a:lstStyle>
          <a:p>
            <a:pPr algn="ctr"/>
            <a:r>
              <a:rPr lang="en-US" altLang="zh-CN" sz="22400">
                <a:latin typeface="Microsoft YaHei Light" panose="020B0502040204020203" charset="-122"/>
                <a:ea typeface="Microsoft YaHei Light" panose="020B0502040204020203" charset="-122"/>
                <a:cs typeface="Calibri" panose="020F0502020204030204" charset="0"/>
              </a:rPr>
              <a:t>03</a:t>
            </a:r>
            <a:endParaRPr lang="en-US" altLang="zh-CN" sz="22400">
              <a:latin typeface="Microsoft YaHei Light" panose="020B0502040204020203" charset="-122"/>
              <a:ea typeface="Microsoft YaHei Light" panose="020B0502040204020203" charset="-122"/>
              <a:cs typeface="Calibri" panose="020F0502020204030204" charset="0"/>
            </a:endParaRPr>
          </a:p>
        </p:txBody>
      </p:sp>
      <p:grpSp>
        <p:nvGrpSpPr>
          <p:cNvPr id="44" name="Группа"/>
          <p:cNvGrpSpPr/>
          <p:nvPr/>
        </p:nvGrpSpPr>
        <p:grpSpPr>
          <a:xfrm>
            <a:off x="5684440" y="8884840"/>
            <a:ext cx="1026320" cy="1026320"/>
            <a:chOff x="0" y="0"/>
            <a:chExt cx="1026318" cy="1026318"/>
          </a:xfrm>
        </p:grpSpPr>
        <p:sp>
          <p:nvSpPr>
            <p:cNvPr id="1048701" name="Кружок"/>
            <p:cNvSpPr/>
            <p:nvPr/>
          </p:nvSpPr>
          <p:spPr>
            <a:xfrm>
              <a:off x="0" y="0"/>
              <a:ext cx="1026319" cy="1026319"/>
            </a:xfrm>
            <a:prstGeom prst="ellipse">
              <a:avLst/>
            </a:prstGeom>
            <a:gradFill flip="none" rotWithShape="1">
              <a:gsLst>
                <a:gs pos="0">
                  <a:schemeClr val="accent2"/>
                </a:gs>
                <a:gs pos="100000">
                  <a:schemeClr val="accent1"/>
                </a:gs>
              </a:gsLst>
              <a:lin ang="2015830" scaled="0"/>
            </a:gradFill>
            <a:ln w="12700" cap="flat">
              <a:noFill/>
              <a:miter lim="400000"/>
            </a:ln>
            <a:effectLst/>
          </p:spPr>
          <p:txBody>
            <a:bodyPr wrap="square" lIns="0" tIns="0" rIns="0" bIns="0" numCol="1" anchor="ctr">
              <a:noAutofit/>
            </a:bodyP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02" name="Freeform 11"/>
            <p:cNvSpPr/>
            <p:nvPr/>
          </p:nvSpPr>
          <p:spPr>
            <a:xfrm rot="10800000">
              <a:off x="357656" y="356535"/>
              <a:ext cx="311006" cy="313248"/>
            </a:xfrm>
            <a:custGeom>
              <a:avLst/>
              <a:gdLst/>
              <a:ahLst/>
              <a:cxnLst>
                <a:cxn ang="0">
                  <a:pos x="wd2" y="hd2"/>
                </a:cxn>
                <a:cxn ang="5400000">
                  <a:pos x="wd2" y="hd2"/>
                </a:cxn>
                <a:cxn ang="10800000">
                  <a:pos x="wd2" y="hd2"/>
                </a:cxn>
                <a:cxn ang="16200000">
                  <a:pos x="wd2" y="hd2"/>
                </a:cxn>
              </a:cxnLst>
              <a:rect l="0" t="0" r="r" b="b"/>
              <a:pathLst>
                <a:path w="21600" h="21600" extrusionOk="0">
                  <a:moveTo>
                    <a:pt x="21600" y="9507"/>
                  </a:moveTo>
                  <a:lnTo>
                    <a:pt x="4949" y="9507"/>
                  </a:lnTo>
                  <a:lnTo>
                    <a:pt x="12762" y="1817"/>
                  </a:lnTo>
                  <a:lnTo>
                    <a:pt x="10676" y="0"/>
                  </a:lnTo>
                  <a:lnTo>
                    <a:pt x="0" y="10800"/>
                  </a:lnTo>
                  <a:lnTo>
                    <a:pt x="10676" y="21600"/>
                  </a:lnTo>
                  <a:lnTo>
                    <a:pt x="12762" y="19538"/>
                  </a:lnTo>
                  <a:lnTo>
                    <a:pt x="4949" y="12093"/>
                  </a:lnTo>
                  <a:lnTo>
                    <a:pt x="21600" y="12093"/>
                  </a:lnTo>
                  <a:lnTo>
                    <a:pt x="21600" y="9507"/>
                  </a:lnTo>
                </a:path>
              </a:pathLst>
            </a:custGeom>
            <a:solidFill>
              <a:srgbClr val="FFFFFF"/>
            </a:solidFill>
            <a:ln w="12700" cap="flat">
              <a:noFill/>
              <a:miter lim="400000"/>
            </a:ln>
            <a:effectLst/>
          </p:spPr>
          <p:txBody>
            <a:bodyPr wrap="square" lIns="45719" tIns="45719" rIns="45719" bIns="45719" numCol="1" anchor="ctr">
              <a:noAutofit/>
            </a:bodyPr>
            <a:p>
              <a:pPr algn="l" defTabSz="914400">
                <a:defRPr sz="1800" b="0">
                  <a:latin typeface="Roboto"/>
                  <a:ea typeface="Roboto"/>
                  <a:cs typeface="Roboto"/>
                  <a:sym typeface="Roboto"/>
                </a:defRPr>
              </a:pPr>
              <a:endParaRPr sz="3000">
                <a:latin typeface="Calibri" panose="020F0502020204030204" charset="0"/>
                <a:ea typeface="Calibri" panose="020F0502020204030204" charset="0"/>
                <a:cs typeface="Calibri" panose="020F0502020204030204" charset="0"/>
              </a:endParaRPr>
            </a:p>
          </p:txBody>
        </p:sp>
      </p:grpSp>
      <p:sp>
        <p:nvSpPr>
          <p:cNvPr id="1048703" name="Round Diagonal Corner Rectangle 1"/>
          <p:cNvSpPr/>
          <p:nvPr/>
        </p:nvSpPr>
        <p:spPr>
          <a:xfrm>
            <a:off x="12314555" y="5426710"/>
            <a:ext cx="9808210" cy="2583815"/>
          </a:xfrm>
          <a:prstGeom prst="round2DiagRect">
            <a:avLst/>
          </a:prstGeom>
          <a:gradFill>
            <a:gsLst>
              <a:gs pos="0">
                <a:schemeClr val="accent2"/>
              </a:gs>
              <a:gs pos="55000">
                <a:schemeClr val="accent1"/>
              </a:gs>
            </a:gsLst>
            <a:lin ang="2640000" scaled="0"/>
          </a:gradFill>
          <a:ln w="12700" cap="flat">
            <a:noFill/>
            <a:miter lim="400000"/>
          </a:ln>
        </p:spPr>
        <p:style>
          <a:lnRef idx="0">
            <a:scrgbClr r="0" g="0" b="0"/>
          </a:lnRef>
          <a:fillRef idx="0">
            <a:scrgbClr r="0" g="0" b="0"/>
          </a:fillRef>
          <a:effectRef idx="0">
            <a:scrgbClr r="0" g="0" b="0"/>
          </a:effectRef>
          <a:fontRef idx="none">
            <a:srgbClr val="000000"/>
          </a:fontRef>
        </p:style>
        <p:txBody>
          <a:bodyPr rot="0" vertOverflow="overflow" horzOverflow="overflow" vert="horz" wrap="square" lIns="0" tIns="0" rIns="0" bIns="0" numCol="1" spcCol="38100" rtlCol="0" anchor="ctr" forceAA="0">
            <a:spAutoFit/>
          </a:bodyPr>
          <a:p>
            <a:pPr marL="0" marR="0" indent="0" algn="ctr" defTabSz="825500" rtl="0" fontAlgn="auto" latinLnBrk="0" hangingPunct="0">
              <a:lnSpc>
                <a:spcPct val="100000"/>
              </a:lnSpc>
              <a:spcBef>
                <a:spcPts val="0"/>
              </a:spcBef>
              <a:spcAft>
                <a:spcPts val="0"/>
              </a:spcAft>
              <a:buClrTx/>
              <a:buSzTx/>
              <a:buFontTx/>
              <a:buNone/>
            </a:pPr>
            <a:endParaRPr kumimoji="0" lang="en-US" sz="3200" b="0" i="0" u="none" strike="noStrike" cap="none" spc="0" normalizeH="0" baseline="0">
              <a:ln>
                <a:noFill/>
              </a:ln>
              <a:solidFill>
                <a:srgbClr val="FFFFFF"/>
              </a:solidFill>
              <a:effectLst/>
              <a:latin typeface="+mn-lt"/>
              <a:ea typeface="+mn-ea"/>
              <a:cs typeface="+mn-cs"/>
              <a:sym typeface="Helvetica Neue Medium"/>
            </a:endParaRPr>
          </a:p>
        </p:txBody>
      </p:sp>
      <p:sp>
        <p:nvSpPr>
          <p:cNvPr id="1048704" name="Text Box 2"/>
          <p:cNvSpPr txBox="1"/>
          <p:nvPr/>
        </p:nvSpPr>
        <p:spPr>
          <a:xfrm>
            <a:off x="12596495" y="6113780"/>
            <a:ext cx="9244330" cy="1209040"/>
          </a:xfrm>
          <a:prstGeom prst="rect">
            <a:avLst/>
          </a:prstGeom>
          <a:noFill/>
          <a:ln w="12700" cap="flat">
            <a:noFill/>
            <a:miter lim="400000"/>
          </a:ln>
        </p:spPr>
        <p:style>
          <a:lnRef idx="0">
            <a:scrgbClr r="0" g="0" b="0"/>
          </a:lnRef>
          <a:fillRef idx="0">
            <a:scrgbClr r="0" g="0" b="0"/>
          </a:fillRef>
          <a:effectRef idx="0">
            <a:scrgbClr r="0" g="0" b="0"/>
          </a:effectRef>
          <a:fontRef idx="none">
            <a:srgbClr val="000000"/>
          </a:fontRef>
        </p:style>
        <p:txBody>
          <a:bodyPr rot="0" vertOverflow="overflow" horzOverflow="overflow" vert="horz" wrap="square" lIns="50800" tIns="50800" rIns="50800" bIns="50800" numCol="1" spcCol="38100" rtlCol="0" anchor="ctr" forceAA="0">
            <a:spAutoFit/>
          </a:bodyPr>
          <a:p>
            <a:pPr marL="0" marR="0" indent="0" algn="ctr" defTabSz="825500" rtl="0" fontAlgn="auto" latinLnBrk="0" hangingPunct="0">
              <a:lnSpc>
                <a:spcPct val="100000"/>
              </a:lnSpc>
              <a:spcBef>
                <a:spcPts val="0"/>
              </a:spcBef>
              <a:spcAft>
                <a:spcPts val="0"/>
              </a:spcAft>
              <a:buClrTx/>
              <a:buSzTx/>
              <a:buFontTx/>
              <a:buNone/>
            </a:pPr>
            <a:r>
              <a:rPr kumimoji="0" lang="en-US" sz="7200" b="1" i="0" u="none" strike="noStrike" cap="none" spc="0" normalizeH="0" baseline="0">
                <a:ln>
                  <a:noFill/>
                </a:ln>
                <a:solidFill>
                  <a:schemeClr val="bg1"/>
                </a:solidFill>
                <a:effectLst/>
                <a:latin typeface="Arial" panose="02080604020202020204" pitchFamily="34" charset="0"/>
                <a:ea typeface="Helvetica Neue"/>
                <a:cs typeface="Arial" panose="02080604020202020204" pitchFamily="34" charset="0"/>
                <a:sym typeface="Helvetica Neue"/>
              </a:rPr>
              <a:t>Working of NFC</a:t>
            </a:r>
            <a:endParaRPr kumimoji="0" lang="en-US" sz="7200" b="1" i="0" u="none" strike="noStrike" cap="none" spc="0" normalizeH="0" baseline="0">
              <a:ln>
                <a:noFill/>
              </a:ln>
              <a:solidFill>
                <a:schemeClr val="bg1"/>
              </a:solidFill>
              <a:effectLst/>
              <a:latin typeface="Arial" panose="02080604020202020204" pitchFamily="34" charset="0"/>
              <a:ea typeface="Helvetica Neue"/>
              <a:cs typeface="Arial" panose="02080604020202020204" pitchFamily="34" charset="0"/>
              <a:sym typeface="Helvetica Neue"/>
            </a:endParaRPr>
          </a:p>
        </p:txBody>
      </p:sp>
      <p:pic>
        <p:nvPicPr>
          <p:cNvPr id="2097154" name="Picture Placeholder 27" descr="nfc-wireless-icon"/>
          <p:cNvPicPr>
            <a:picLocks noChangeAspect="1"/>
          </p:cNvPicPr>
          <p:nvPr>
            <p:ph type="pic" sz="quarter" idx="10"/>
          </p:nvPr>
        </p:nvPicPr>
        <p:blipFill>
          <a:blip r:embed="rId1"/>
          <a:stretch>
            <a:fillRect/>
          </a:stretch>
        </p:blipFill>
        <p:spPr>
          <a:xfrm>
            <a:off x="8242300" y="5426710"/>
            <a:ext cx="2806065" cy="28625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726" name="Закругленный прямоугольник"/>
          <p:cNvSpPr/>
          <p:nvPr/>
        </p:nvSpPr>
        <p:spPr>
          <a:xfrm>
            <a:off x="11866344" y="2438400"/>
            <a:ext cx="28171875" cy="8839200"/>
          </a:xfrm>
          <a:prstGeom prst="roundRect">
            <a:avLst>
              <a:gd name="adj" fmla="val 50000"/>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7" name="Title text slide"/>
          <p:cNvSpPr txBox="1"/>
          <p:nvPr/>
        </p:nvSpPr>
        <p:spPr>
          <a:xfrm>
            <a:off x="2002155" y="3576638"/>
            <a:ext cx="12872720" cy="1209040"/>
          </a:xfrm>
          <a:prstGeom prst="rect">
            <a:avLst/>
          </a:prstGeom>
          <a:ln w="12700">
            <a:miter lim="400000"/>
          </a:ln>
        </p:spPr>
        <p:txBody>
          <a:bodyPr wrap="square" lIns="50800" tIns="50800" rIns="50800" bIns="50800" anchor="ctr">
            <a:spAutoFit/>
          </a:bodyPr>
          <a:lstStyle>
            <a:lvl1pPr algn="l">
              <a:defRPr sz="8000" b="0">
                <a:solidFill>
                  <a:srgbClr val="31333D"/>
                </a:solidFill>
                <a:latin typeface="Maven Pro Medium"/>
                <a:ea typeface="Maven Pro Medium"/>
                <a:cs typeface="Maven Pro Medium"/>
                <a:sym typeface="Maven Pro Medium"/>
              </a:defRPr>
            </a:lvl1pPr>
          </a:lstStyle>
          <a:p>
            <a:r>
              <a:rPr lang="en-US" sz="7200">
                <a:latin typeface="Calibri" panose="020F0502020204030204" charset="0"/>
                <a:ea typeface="Calibri" panose="020F0502020204030204" charset="0"/>
                <a:cs typeface="Calibri" panose="020F0502020204030204" charset="0"/>
              </a:rPr>
              <a:t>Working of NFC</a:t>
            </a:r>
            <a:endParaRPr lang="en-US" sz="7200">
              <a:latin typeface="Calibri" panose="020F0502020204030204" charset="0"/>
              <a:ea typeface="Calibri" panose="020F0502020204030204" charset="0"/>
              <a:cs typeface="Calibri" panose="020F0502020204030204" charset="0"/>
            </a:endParaRPr>
          </a:p>
        </p:txBody>
      </p:sp>
      <p:sp>
        <p:nvSpPr>
          <p:cNvPr id="1048728" name="Фигура"/>
          <p:cNvSpPr/>
          <p:nvPr/>
        </p:nvSpPr>
        <p:spPr>
          <a:xfrm>
            <a:off x="2799299" y="5013659"/>
            <a:ext cx="1576918" cy="560672"/>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a:gsLst>
              <a:gs pos="0">
                <a:schemeClr val="accent2"/>
              </a:gs>
              <a:gs pos="100000">
                <a:schemeClr val="accent1"/>
              </a:gs>
            </a:gsLst>
            <a:lin ang="2015830"/>
          </a:gra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9" name="Ut enim ad minim veniam, quis nostrud exercitation ullamco laboris nisi ut aliquip ex ea commo consequat. Duis aute irure dolor in reprehenderit in Lorem ipsum dolor sit amet, consectetur sed adipiscing elit, sed do eiusmod tempor incididunt ut labore et dolore magna aliqua. Voluptate velit esse cillum dolore eu fugiat nulla pariatur. Excepteur sint occaecat cupidatat non proident, sunt in culpa qui officia deserunt mollit anim sed id est laborum. Sed ut perspiciatis unde omnis iste natus error sit voluptatem accusantium doloremque sed laudantium, totam rem aperi, voluptatem quia voluptas sit aspernatur Excepteur sint occaecat cupidatat non proident, sunt in culpa qui officia voluptatem accusantium doloremque sed laudantium, totam rem aperi, voluptatem quia voluptas"/>
          <p:cNvSpPr txBox="1"/>
          <p:nvPr/>
        </p:nvSpPr>
        <p:spPr>
          <a:xfrm>
            <a:off x="2799080" y="6099175"/>
            <a:ext cx="19335115" cy="4159250"/>
          </a:xfrm>
          <a:prstGeom prst="rect">
            <a:avLst/>
          </a:prstGeom>
          <a:ln w="12700">
            <a:miter lim="400000"/>
          </a:ln>
        </p:spPr>
        <p:txBody>
          <a:bodyPr wrap="square" lIns="50800" tIns="50800" rIns="50800" bIns="50800">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pPr marL="457200" indent="-457200">
              <a:buFont typeface="Arial" panose="02080604020202020204" pitchFamily="34" charset="0"/>
              <a:buChar char="•"/>
            </a:pPr>
            <a:r>
              <a:rPr lang="en-US" sz="4800">
                <a:solidFill>
                  <a:schemeClr val="tx1"/>
                </a:solidFill>
                <a:latin typeface="Calibri" panose="020F0502020204030204" charset="0"/>
                <a:ea typeface="Calibri" panose="020F0502020204030204" charset="0"/>
                <a:cs typeface="Calibri" panose="020F0502020204030204" charset="0"/>
              </a:rPr>
              <a:t>NFC based on inducive coupling.</a:t>
            </a:r>
            <a:endParaRPr lang="en-US" sz="4800">
              <a:solidFill>
                <a:schemeClr val="tx1"/>
              </a:solidFill>
              <a:latin typeface="Calibri" panose="020F0502020204030204" charset="0"/>
              <a:ea typeface="Calibri" panose="020F0502020204030204" charset="0"/>
              <a:cs typeface="Calibri" panose="020F0502020204030204" charset="0"/>
            </a:endParaRPr>
          </a:p>
          <a:p>
            <a:pPr marL="457200" indent="-457200">
              <a:buFont typeface="Arial" panose="02080604020202020204" pitchFamily="34" charset="0"/>
              <a:buChar char="•"/>
            </a:pPr>
            <a:endParaRPr lang="en-US" sz="4800">
              <a:solidFill>
                <a:schemeClr val="tx1"/>
              </a:solidFill>
              <a:latin typeface="Calibri" panose="020F0502020204030204" charset="0"/>
              <a:ea typeface="Calibri" panose="020F0502020204030204" charset="0"/>
              <a:cs typeface="Calibri" panose="020F0502020204030204" charset="0"/>
            </a:endParaRPr>
          </a:p>
          <a:p>
            <a:pPr marL="457200" indent="-457200">
              <a:buFont typeface="Arial" panose="02080604020202020204" pitchFamily="34" charset="0"/>
              <a:buChar char="•"/>
            </a:pPr>
            <a:r>
              <a:rPr lang="en-US" sz="4800">
                <a:solidFill>
                  <a:schemeClr val="tx1"/>
                </a:solidFill>
                <a:latin typeface="Calibri" panose="020F0502020204030204" charset="0"/>
                <a:ea typeface="Calibri" panose="020F0502020204030204" charset="0"/>
                <a:cs typeface="Calibri" panose="020F0502020204030204" charset="0"/>
              </a:rPr>
              <a:t>NFC works using magnatic induction between two loop antenas located within each other’s near field. </a:t>
            </a:r>
            <a:endParaRPr lang="en-US" sz="4800">
              <a:solidFill>
                <a:schemeClr val="tx1"/>
              </a:solidFill>
              <a:latin typeface="Calibri" panose="020F0502020204030204" charset="0"/>
              <a:ea typeface="Calibri" panose="020F0502020204030204" charset="0"/>
              <a:cs typeface="Calibri" panose="020F050202020403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726" name="Закругленный прямоугольник"/>
          <p:cNvSpPr/>
          <p:nvPr/>
        </p:nvSpPr>
        <p:spPr>
          <a:xfrm>
            <a:off x="11866344" y="2438400"/>
            <a:ext cx="28171875" cy="8839200"/>
          </a:xfrm>
          <a:prstGeom prst="roundRect">
            <a:avLst>
              <a:gd name="adj" fmla="val 50000"/>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7" name="Title text slide"/>
          <p:cNvSpPr txBox="1"/>
          <p:nvPr/>
        </p:nvSpPr>
        <p:spPr>
          <a:xfrm>
            <a:off x="2002155" y="3576638"/>
            <a:ext cx="12872720" cy="1209040"/>
          </a:xfrm>
          <a:prstGeom prst="rect">
            <a:avLst/>
          </a:prstGeom>
          <a:ln w="12700">
            <a:miter lim="400000"/>
          </a:ln>
        </p:spPr>
        <p:txBody>
          <a:bodyPr wrap="square" lIns="50800" tIns="50800" rIns="50800" bIns="50800" anchor="ctr">
            <a:spAutoFit/>
          </a:bodyPr>
          <a:lstStyle>
            <a:lvl1pPr algn="l">
              <a:defRPr sz="8000" b="0">
                <a:solidFill>
                  <a:srgbClr val="31333D"/>
                </a:solidFill>
                <a:latin typeface="Maven Pro Medium"/>
                <a:ea typeface="Maven Pro Medium"/>
                <a:cs typeface="Maven Pro Medium"/>
                <a:sym typeface="Maven Pro Medium"/>
              </a:defRPr>
            </a:lvl1pPr>
          </a:lstStyle>
          <a:p>
            <a:r>
              <a:rPr lang="en-US" sz="7200">
                <a:latin typeface="Calibri" panose="020F0502020204030204" charset="0"/>
                <a:ea typeface="Calibri" panose="020F0502020204030204" charset="0"/>
                <a:cs typeface="Calibri" panose="020F0502020204030204" charset="0"/>
              </a:rPr>
              <a:t>Working of NFC</a:t>
            </a:r>
            <a:endParaRPr lang="en-US" sz="7200">
              <a:latin typeface="Calibri" panose="020F0502020204030204" charset="0"/>
              <a:ea typeface="Calibri" panose="020F0502020204030204" charset="0"/>
              <a:cs typeface="Calibri" panose="020F0502020204030204" charset="0"/>
            </a:endParaRPr>
          </a:p>
        </p:txBody>
      </p:sp>
      <p:sp>
        <p:nvSpPr>
          <p:cNvPr id="1048728" name="Фигура"/>
          <p:cNvSpPr/>
          <p:nvPr/>
        </p:nvSpPr>
        <p:spPr>
          <a:xfrm>
            <a:off x="2799299" y="5013659"/>
            <a:ext cx="1576918" cy="560672"/>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a:gsLst>
              <a:gs pos="0">
                <a:schemeClr val="accent2"/>
              </a:gs>
              <a:gs pos="100000">
                <a:schemeClr val="accent1"/>
              </a:gs>
            </a:gsLst>
            <a:lin ang="2015830"/>
          </a:gra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9" name="Ut enim ad minim veniam, quis nostrud exercitation ullamco laboris nisi ut aliquip ex ea commo consequat. Duis aute irure dolor in reprehenderit in Lorem ipsum dolor sit amet, consectetur sed adipiscing elit, sed do eiusmod tempor incididunt ut labore et dolore magna aliqua. Voluptate velit esse cillum dolore eu fugiat nulla pariatur. Excepteur sint occaecat cupidatat non proident, sunt in culpa qui officia deserunt mollit anim sed id est laborum. Sed ut perspiciatis unde omnis iste natus error sit voluptatem accusantium doloremque sed laudantium, totam rem aperi, voluptatem quia voluptas sit aspernatur Excepteur sint occaecat cupidatat non proident, sunt in culpa qui officia voluptatem accusantium doloremque sed laudantium, totam rem aperi, voluptatem quia voluptas"/>
          <p:cNvSpPr txBox="1"/>
          <p:nvPr/>
        </p:nvSpPr>
        <p:spPr>
          <a:xfrm>
            <a:off x="2799080" y="6099175"/>
            <a:ext cx="19335115" cy="6443980"/>
          </a:xfrm>
          <a:prstGeom prst="rect">
            <a:avLst/>
          </a:prstGeom>
          <a:ln w="12700">
            <a:miter lim="400000"/>
          </a:ln>
        </p:spPr>
        <p:txBody>
          <a:bodyPr wrap="square" lIns="50800" tIns="50800" rIns="50800" bIns="50800">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pPr marL="457200" indent="-457200">
              <a:buFont typeface="Arial" panose="02080604020202020204" pitchFamily="34" charset="0"/>
              <a:buChar char="•"/>
            </a:pPr>
            <a:r>
              <a:rPr lang="en-US" sz="4800">
                <a:solidFill>
                  <a:schemeClr val="tx1"/>
                </a:solidFill>
                <a:latin typeface="Calibri" panose="020F0502020204030204" charset="0"/>
                <a:ea typeface="Calibri" panose="020F0502020204030204" charset="0"/>
                <a:cs typeface="Calibri" panose="020F0502020204030204" charset="0"/>
              </a:rPr>
              <a:t>Operating frequency 13.56 MHz.</a:t>
            </a:r>
            <a:endParaRPr lang="en-US" sz="4800">
              <a:solidFill>
                <a:schemeClr val="tx1"/>
              </a:solidFill>
              <a:latin typeface="Calibri" panose="020F0502020204030204" charset="0"/>
              <a:ea typeface="Calibri" panose="020F0502020204030204" charset="0"/>
              <a:cs typeface="Calibri" panose="020F0502020204030204" charset="0"/>
            </a:endParaRPr>
          </a:p>
          <a:p>
            <a:pPr marL="457200" indent="-457200">
              <a:buFont typeface="Arial" panose="02080604020202020204" pitchFamily="34" charset="0"/>
              <a:buChar char="•"/>
            </a:pPr>
            <a:endParaRPr lang="en-US" sz="4800">
              <a:solidFill>
                <a:schemeClr val="tx1"/>
              </a:solidFill>
              <a:latin typeface="Calibri" panose="020F0502020204030204" charset="0"/>
              <a:ea typeface="Calibri" panose="020F0502020204030204" charset="0"/>
              <a:cs typeface="Calibri" panose="020F0502020204030204" charset="0"/>
            </a:endParaRPr>
          </a:p>
          <a:p>
            <a:pPr marL="457200" indent="-457200">
              <a:buFont typeface="Arial" panose="02080604020202020204" pitchFamily="34" charset="0"/>
              <a:buChar char="•"/>
            </a:pPr>
            <a:r>
              <a:rPr lang="en-US" sz="4800">
                <a:solidFill>
                  <a:schemeClr val="tx1"/>
                </a:solidFill>
                <a:latin typeface="Calibri" panose="020F0502020204030204" charset="0"/>
                <a:ea typeface="Calibri" panose="020F0502020204030204" charset="0"/>
                <a:cs typeface="Calibri" panose="020F0502020204030204" charset="0"/>
              </a:rPr>
              <a:t>Data rate 106 kbit/s to 424 kbit/s.</a:t>
            </a:r>
            <a:endParaRPr lang="en-US" sz="4800">
              <a:solidFill>
                <a:schemeClr val="tx1"/>
              </a:solidFill>
              <a:latin typeface="Calibri" panose="020F0502020204030204" charset="0"/>
              <a:ea typeface="Calibri" panose="020F0502020204030204" charset="0"/>
              <a:cs typeface="Calibri" panose="020F0502020204030204" charset="0"/>
            </a:endParaRPr>
          </a:p>
          <a:p>
            <a:pPr marL="457200" indent="-457200">
              <a:buFont typeface="Arial" panose="02080604020202020204" pitchFamily="34" charset="0"/>
              <a:buChar char="•"/>
            </a:pPr>
            <a:endParaRPr lang="en-US" sz="4800">
              <a:solidFill>
                <a:schemeClr val="tx1"/>
              </a:solidFill>
              <a:latin typeface="Calibri" panose="020F0502020204030204" charset="0"/>
              <a:ea typeface="Calibri" panose="020F0502020204030204" charset="0"/>
              <a:cs typeface="Calibri" panose="020F0502020204030204" charset="0"/>
            </a:endParaRPr>
          </a:p>
          <a:p>
            <a:pPr marL="457200" indent="-457200">
              <a:buFont typeface="Arial" panose="02080604020202020204" pitchFamily="34" charset="0"/>
              <a:buChar char="•"/>
            </a:pPr>
            <a:r>
              <a:rPr lang="en-US" sz="4800">
                <a:solidFill>
                  <a:schemeClr val="tx1"/>
                </a:solidFill>
                <a:latin typeface="Calibri" panose="020F0502020204030204" charset="0"/>
                <a:ea typeface="Calibri" panose="020F0502020204030204" charset="0"/>
                <a:cs typeface="Calibri" panose="020F0502020204030204" charset="0"/>
              </a:rPr>
              <a:t>NFC use initiator and a target when the initiator actively generates RF field that can power a passive target.</a:t>
            </a:r>
            <a:endParaRPr lang="en-US" sz="4800">
              <a:solidFill>
                <a:schemeClr val="tx1"/>
              </a:solidFill>
              <a:latin typeface="Calibri" panose="020F0502020204030204" charset="0"/>
              <a:ea typeface="Calibri" panose="020F0502020204030204" charset="0"/>
              <a:cs typeface="Calibri" panose="020F050202020403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726" name="Закругленный прямоугольник"/>
          <p:cNvSpPr/>
          <p:nvPr/>
        </p:nvSpPr>
        <p:spPr>
          <a:xfrm>
            <a:off x="11866344" y="2438400"/>
            <a:ext cx="28171875" cy="8839200"/>
          </a:xfrm>
          <a:prstGeom prst="roundRect">
            <a:avLst>
              <a:gd name="adj" fmla="val 50000"/>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7" name="Title text slide"/>
          <p:cNvSpPr txBox="1"/>
          <p:nvPr/>
        </p:nvSpPr>
        <p:spPr>
          <a:xfrm>
            <a:off x="2002155" y="3576638"/>
            <a:ext cx="12872720" cy="1209040"/>
          </a:xfrm>
          <a:prstGeom prst="rect">
            <a:avLst/>
          </a:prstGeom>
          <a:ln w="12700">
            <a:miter lim="400000"/>
          </a:ln>
        </p:spPr>
        <p:txBody>
          <a:bodyPr wrap="square" lIns="50800" tIns="50800" rIns="50800" bIns="50800" anchor="ctr">
            <a:spAutoFit/>
          </a:bodyPr>
          <a:lstStyle>
            <a:lvl1pPr algn="l">
              <a:defRPr sz="8000" b="0">
                <a:solidFill>
                  <a:srgbClr val="31333D"/>
                </a:solidFill>
                <a:latin typeface="Maven Pro Medium"/>
                <a:ea typeface="Maven Pro Medium"/>
                <a:cs typeface="Maven Pro Medium"/>
                <a:sym typeface="Maven Pro Medium"/>
              </a:defRPr>
            </a:lvl1pPr>
          </a:lstStyle>
          <a:p>
            <a:r>
              <a:rPr lang="en-US" sz="7200">
                <a:latin typeface="Calibri" panose="020F0502020204030204" charset="0"/>
                <a:ea typeface="Calibri" panose="020F0502020204030204" charset="0"/>
                <a:cs typeface="Calibri" panose="020F0502020204030204" charset="0"/>
              </a:rPr>
              <a:t>Type of Working</a:t>
            </a:r>
            <a:endParaRPr lang="en-US" sz="7200">
              <a:latin typeface="Calibri" panose="020F0502020204030204" charset="0"/>
              <a:ea typeface="Calibri" panose="020F0502020204030204" charset="0"/>
              <a:cs typeface="Calibri" panose="020F0502020204030204" charset="0"/>
            </a:endParaRPr>
          </a:p>
        </p:txBody>
      </p:sp>
      <p:sp>
        <p:nvSpPr>
          <p:cNvPr id="1048728" name="Фигура"/>
          <p:cNvSpPr/>
          <p:nvPr/>
        </p:nvSpPr>
        <p:spPr>
          <a:xfrm>
            <a:off x="2799299" y="5013659"/>
            <a:ext cx="1576918" cy="560672"/>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a:gsLst>
              <a:gs pos="0">
                <a:schemeClr val="accent2"/>
              </a:gs>
              <a:gs pos="100000">
                <a:schemeClr val="accent1"/>
              </a:gs>
            </a:gsLst>
            <a:lin ang="2015830"/>
          </a:gra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9" name="Ut enim ad minim veniam, quis nostrud exercitation ullamco laboris nisi ut aliquip ex ea commo consequat. Duis aute irure dolor in reprehenderit in Lorem ipsum dolor sit amet, consectetur sed adipiscing elit, sed do eiusmod tempor incididunt ut labore et dolore magna aliqua. Voluptate velit esse cillum dolore eu fugiat nulla pariatur. Excepteur sint occaecat cupidatat non proident, sunt in culpa qui officia deserunt mollit anim sed id est laborum. Sed ut perspiciatis unde omnis iste natus error sit voluptatem accusantium doloremque sed laudantium, totam rem aperi, voluptatem quia voluptas sit aspernatur Excepteur sint occaecat cupidatat non proident, sunt in culpa qui officia voluptatem accusantium doloremque sed laudantium, totam rem aperi, voluptatem quia voluptas"/>
          <p:cNvSpPr txBox="1"/>
          <p:nvPr/>
        </p:nvSpPr>
        <p:spPr>
          <a:xfrm>
            <a:off x="11158855" y="4785995"/>
            <a:ext cx="9565005" cy="5045075"/>
          </a:xfrm>
          <a:prstGeom prst="rect">
            <a:avLst/>
          </a:prstGeom>
          <a:ln w="12700">
            <a:miter lim="400000"/>
          </a:ln>
        </p:spPr>
        <p:txBody>
          <a:bodyPr wrap="square" lIns="50800" tIns="50800" rIns="50800" bIns="50800">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pPr marL="914400" indent="-914400">
              <a:buFont typeface="+mj-lt"/>
              <a:buAutoNum type="alphaLcParenR"/>
            </a:pPr>
            <a:endParaRPr lang="en-US" sz="4800">
              <a:solidFill>
                <a:schemeClr val="tx1"/>
              </a:solidFill>
              <a:latin typeface="Calibri" panose="020F0502020204030204" charset="0"/>
              <a:ea typeface="Calibri" panose="020F0502020204030204" charset="0"/>
              <a:cs typeface="Calibri" panose="020F0502020204030204" charset="0"/>
            </a:endParaRPr>
          </a:p>
          <a:p>
            <a:pPr>
              <a:buFont typeface="+mj-lt"/>
            </a:pPr>
            <a:r>
              <a:rPr lang="en-US" sz="4800">
                <a:solidFill>
                  <a:schemeClr val="tx1"/>
                </a:solidFill>
                <a:latin typeface="Calibri" panose="020F0502020204030204" charset="0"/>
                <a:ea typeface="Calibri" panose="020F0502020204030204" charset="0"/>
                <a:cs typeface="Calibri" panose="020F0502020204030204" charset="0"/>
              </a:rPr>
              <a:t>a)	Peer-to-peer mode :–</a:t>
            </a:r>
            <a:endParaRPr lang="en-US" sz="4800">
              <a:solidFill>
                <a:schemeClr val="tx1"/>
              </a:solidFill>
              <a:latin typeface="Calibri" panose="020F0502020204030204" charset="0"/>
              <a:ea typeface="Calibri" panose="020F0502020204030204" charset="0"/>
              <a:cs typeface="Calibri" panose="020F0502020204030204" charset="0"/>
            </a:endParaRPr>
          </a:p>
          <a:p>
            <a:pPr>
              <a:buFont typeface="+mj-lt"/>
            </a:pPr>
            <a:r>
              <a:rPr lang="en-US" sz="4800">
                <a:solidFill>
                  <a:schemeClr val="tx1"/>
                </a:solidFill>
                <a:latin typeface="Calibri" panose="020F0502020204030204" charset="0"/>
                <a:ea typeface="Calibri" panose="020F0502020204030204" charset="0"/>
                <a:cs typeface="Calibri" panose="020F0502020204030204" charset="0"/>
              </a:rPr>
              <a:t>Active NFC devices exchange information by switching between passive and active states.</a:t>
            </a:r>
            <a:endParaRPr lang="en-US" sz="4800">
              <a:solidFill>
                <a:schemeClr val="tx1"/>
              </a:solidFill>
              <a:latin typeface="Calibri" panose="020F0502020204030204" charset="0"/>
              <a:ea typeface="Calibri" panose="020F0502020204030204" charset="0"/>
              <a:cs typeface="Calibri" panose="020F0502020204030204" charset="0"/>
            </a:endParaRPr>
          </a:p>
        </p:txBody>
      </p:sp>
      <p:pic>
        <p:nvPicPr>
          <p:cNvPr id="2" name="Picture 1" descr="images"/>
          <p:cNvPicPr>
            <a:picLocks noChangeAspect="1"/>
          </p:cNvPicPr>
          <p:nvPr/>
        </p:nvPicPr>
        <p:blipFill>
          <a:blip r:embed="rId1"/>
          <a:srcRect l="30039" r="36424"/>
          <a:stretch>
            <a:fillRect/>
          </a:stretch>
        </p:blipFill>
        <p:spPr>
          <a:xfrm>
            <a:off x="2002155" y="5801995"/>
            <a:ext cx="5156835" cy="414591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726" name="Закругленный прямоугольник"/>
          <p:cNvSpPr/>
          <p:nvPr/>
        </p:nvSpPr>
        <p:spPr>
          <a:xfrm>
            <a:off x="11866344" y="2438400"/>
            <a:ext cx="28171875" cy="8839200"/>
          </a:xfrm>
          <a:prstGeom prst="roundRect">
            <a:avLst>
              <a:gd name="adj" fmla="val 50000"/>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7" name="Title text slide"/>
          <p:cNvSpPr txBox="1"/>
          <p:nvPr/>
        </p:nvSpPr>
        <p:spPr>
          <a:xfrm>
            <a:off x="2002155" y="3576638"/>
            <a:ext cx="12872720" cy="1209040"/>
          </a:xfrm>
          <a:prstGeom prst="rect">
            <a:avLst/>
          </a:prstGeom>
          <a:ln w="12700">
            <a:miter lim="400000"/>
          </a:ln>
        </p:spPr>
        <p:txBody>
          <a:bodyPr wrap="square" lIns="50800" tIns="50800" rIns="50800" bIns="50800" anchor="ctr">
            <a:spAutoFit/>
          </a:bodyPr>
          <a:lstStyle>
            <a:lvl1pPr algn="l">
              <a:defRPr sz="8000" b="0">
                <a:solidFill>
                  <a:srgbClr val="31333D"/>
                </a:solidFill>
                <a:latin typeface="Maven Pro Medium"/>
                <a:ea typeface="Maven Pro Medium"/>
                <a:cs typeface="Maven Pro Medium"/>
                <a:sym typeface="Maven Pro Medium"/>
              </a:defRPr>
            </a:lvl1pPr>
          </a:lstStyle>
          <a:p>
            <a:r>
              <a:rPr lang="en-US" sz="7200">
                <a:latin typeface="Calibri" panose="020F0502020204030204" charset="0"/>
                <a:ea typeface="Calibri" panose="020F0502020204030204" charset="0"/>
                <a:cs typeface="Calibri" panose="020F0502020204030204" charset="0"/>
              </a:rPr>
              <a:t>Type of Working</a:t>
            </a:r>
            <a:endParaRPr lang="en-US" sz="7200">
              <a:latin typeface="Calibri" panose="020F0502020204030204" charset="0"/>
              <a:ea typeface="Calibri" panose="020F0502020204030204" charset="0"/>
              <a:cs typeface="Calibri" panose="020F0502020204030204" charset="0"/>
            </a:endParaRPr>
          </a:p>
        </p:txBody>
      </p:sp>
      <p:sp>
        <p:nvSpPr>
          <p:cNvPr id="1048728" name="Фигура"/>
          <p:cNvSpPr/>
          <p:nvPr/>
        </p:nvSpPr>
        <p:spPr>
          <a:xfrm>
            <a:off x="2799299" y="5013659"/>
            <a:ext cx="1576918" cy="560672"/>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a:gsLst>
              <a:gs pos="0">
                <a:schemeClr val="accent2"/>
              </a:gs>
              <a:gs pos="100000">
                <a:schemeClr val="accent1"/>
              </a:gs>
            </a:gsLst>
            <a:lin ang="2015830"/>
          </a:gra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9" name="Ut enim ad minim veniam, quis nostrud exercitation ullamco laboris nisi ut aliquip ex ea commo consequat. Duis aute irure dolor in reprehenderit in Lorem ipsum dolor sit amet, consectetur sed adipiscing elit, sed do eiusmod tempor incididunt ut labore et dolore magna aliqua. Voluptate velit esse cillum dolore eu fugiat nulla pariatur. Excepteur sint occaecat cupidatat non proident, sunt in culpa qui officia deserunt mollit anim sed id est laborum. Sed ut perspiciatis unde omnis iste natus error sit voluptatem accusantium doloremque sed laudantium, totam rem aperi, voluptatem quia voluptas sit aspernatur Excepteur sint occaecat cupidatat non proident, sunt in culpa qui officia voluptatem accusantium doloremque sed laudantium, totam rem aperi, voluptatem quia voluptas"/>
          <p:cNvSpPr txBox="1"/>
          <p:nvPr/>
        </p:nvSpPr>
        <p:spPr>
          <a:xfrm>
            <a:off x="10974705" y="4785995"/>
            <a:ext cx="9667875" cy="6188075"/>
          </a:xfrm>
          <a:prstGeom prst="rect">
            <a:avLst/>
          </a:prstGeom>
          <a:ln w="12700">
            <a:miter lim="400000"/>
          </a:ln>
        </p:spPr>
        <p:txBody>
          <a:bodyPr wrap="square" lIns="50800" tIns="50800" rIns="50800" bIns="50800">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pPr marL="914400" indent="-914400">
              <a:buFont typeface="+mj-lt"/>
              <a:buAutoNum type="alphaLcParenR"/>
            </a:pPr>
            <a:endParaRPr lang="en-US" sz="4800">
              <a:solidFill>
                <a:schemeClr val="tx1"/>
              </a:solidFill>
              <a:latin typeface="Calibri" panose="020F0502020204030204" charset="0"/>
              <a:ea typeface="Calibri" panose="020F0502020204030204" charset="0"/>
              <a:cs typeface="Calibri" panose="020F0502020204030204" charset="0"/>
            </a:endParaRPr>
          </a:p>
          <a:p>
            <a:pPr>
              <a:buFont typeface="+mj-lt"/>
            </a:pPr>
            <a:r>
              <a:rPr lang="en-US" sz="4800">
                <a:solidFill>
                  <a:schemeClr val="tx1"/>
                </a:solidFill>
                <a:latin typeface="Calibri" panose="020F0502020204030204" charset="0"/>
                <a:ea typeface="Calibri" panose="020F0502020204030204" charset="0"/>
                <a:cs typeface="Calibri" panose="020F0502020204030204" charset="0"/>
              </a:rPr>
              <a:t>b)	Read/write mode :–</a:t>
            </a:r>
            <a:endParaRPr lang="en-US" sz="4800">
              <a:solidFill>
                <a:schemeClr val="tx1"/>
              </a:solidFill>
              <a:latin typeface="Calibri" panose="020F0502020204030204" charset="0"/>
              <a:ea typeface="Calibri" panose="020F0502020204030204" charset="0"/>
              <a:cs typeface="Calibri" panose="020F0502020204030204" charset="0"/>
            </a:endParaRPr>
          </a:p>
          <a:p>
            <a:pPr>
              <a:buFont typeface="+mj-lt"/>
            </a:pPr>
            <a:r>
              <a:rPr lang="en-US" sz="4800">
                <a:solidFill>
                  <a:schemeClr val="tx1"/>
                </a:solidFill>
                <a:latin typeface="Calibri" panose="020F0502020204030204" charset="0"/>
                <a:ea typeface="Calibri" panose="020F0502020204030204" charset="0"/>
                <a:cs typeface="Calibri" panose="020F0502020204030204" charset="0"/>
              </a:rPr>
              <a:t>Active NFC device reads or writes information from/on a passive NFC device.</a:t>
            </a:r>
            <a:endParaRPr lang="en-US" sz="4800">
              <a:solidFill>
                <a:schemeClr val="tx1"/>
              </a:solidFill>
              <a:latin typeface="Calibri" panose="020F0502020204030204" charset="0"/>
              <a:ea typeface="Calibri" panose="020F0502020204030204" charset="0"/>
              <a:cs typeface="Calibri" panose="020F0502020204030204" charset="0"/>
            </a:endParaRPr>
          </a:p>
          <a:p>
            <a:pPr>
              <a:buFont typeface="+mj-lt"/>
            </a:pPr>
            <a:endParaRPr lang="en-US" sz="4800">
              <a:solidFill>
                <a:schemeClr val="tx1"/>
              </a:solidFill>
              <a:latin typeface="Calibri" panose="020F0502020204030204" charset="0"/>
              <a:ea typeface="Calibri" panose="020F0502020204030204" charset="0"/>
              <a:cs typeface="Calibri" panose="020F0502020204030204" charset="0"/>
            </a:endParaRPr>
          </a:p>
        </p:txBody>
      </p:sp>
      <p:pic>
        <p:nvPicPr>
          <p:cNvPr id="2" name="Picture 1" descr="images"/>
          <p:cNvPicPr>
            <a:picLocks noChangeAspect="1"/>
          </p:cNvPicPr>
          <p:nvPr/>
        </p:nvPicPr>
        <p:blipFill>
          <a:blip r:embed="rId1"/>
          <a:srcRect r="74906"/>
          <a:stretch>
            <a:fillRect/>
          </a:stretch>
        </p:blipFill>
        <p:spPr>
          <a:xfrm>
            <a:off x="2124710" y="5801995"/>
            <a:ext cx="4171315" cy="489839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726" name="Закругленный прямоугольник"/>
          <p:cNvSpPr/>
          <p:nvPr/>
        </p:nvSpPr>
        <p:spPr>
          <a:xfrm>
            <a:off x="11866344" y="2438400"/>
            <a:ext cx="28171875" cy="8839200"/>
          </a:xfrm>
          <a:prstGeom prst="roundRect">
            <a:avLst>
              <a:gd name="adj" fmla="val 50000"/>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7" name="Title text slide"/>
          <p:cNvSpPr txBox="1"/>
          <p:nvPr/>
        </p:nvSpPr>
        <p:spPr>
          <a:xfrm>
            <a:off x="2002155" y="3576638"/>
            <a:ext cx="12872720" cy="1209040"/>
          </a:xfrm>
          <a:prstGeom prst="rect">
            <a:avLst/>
          </a:prstGeom>
          <a:ln w="12700">
            <a:miter lim="400000"/>
          </a:ln>
        </p:spPr>
        <p:txBody>
          <a:bodyPr wrap="square" lIns="50800" tIns="50800" rIns="50800" bIns="50800" anchor="ctr">
            <a:spAutoFit/>
          </a:bodyPr>
          <a:lstStyle>
            <a:lvl1pPr algn="l">
              <a:defRPr sz="8000" b="0">
                <a:solidFill>
                  <a:srgbClr val="31333D"/>
                </a:solidFill>
                <a:latin typeface="Maven Pro Medium"/>
                <a:ea typeface="Maven Pro Medium"/>
                <a:cs typeface="Maven Pro Medium"/>
                <a:sym typeface="Maven Pro Medium"/>
              </a:defRPr>
            </a:lvl1pPr>
          </a:lstStyle>
          <a:p>
            <a:r>
              <a:rPr lang="en-US" sz="7200">
                <a:latin typeface="Calibri" panose="020F0502020204030204" charset="0"/>
                <a:ea typeface="Calibri" panose="020F0502020204030204" charset="0"/>
                <a:cs typeface="Calibri" panose="020F0502020204030204" charset="0"/>
              </a:rPr>
              <a:t>Type of Working</a:t>
            </a:r>
            <a:endParaRPr lang="en-US" sz="7200">
              <a:latin typeface="Calibri" panose="020F0502020204030204" charset="0"/>
              <a:ea typeface="Calibri" panose="020F0502020204030204" charset="0"/>
              <a:cs typeface="Calibri" panose="020F0502020204030204" charset="0"/>
            </a:endParaRPr>
          </a:p>
        </p:txBody>
      </p:sp>
      <p:sp>
        <p:nvSpPr>
          <p:cNvPr id="1048728" name="Фигура"/>
          <p:cNvSpPr/>
          <p:nvPr/>
        </p:nvSpPr>
        <p:spPr>
          <a:xfrm>
            <a:off x="2799299" y="5013659"/>
            <a:ext cx="1576918" cy="560672"/>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a:gsLst>
              <a:gs pos="0">
                <a:schemeClr val="accent2"/>
              </a:gs>
              <a:gs pos="100000">
                <a:schemeClr val="accent1"/>
              </a:gs>
            </a:gsLst>
            <a:lin ang="2015830"/>
          </a:gra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9" name="Ut enim ad minim veniam, quis nostrud exercitation ullamco laboris nisi ut aliquip ex ea commo consequat. Duis aute irure dolor in reprehenderit in Lorem ipsum dolor sit amet, consectetur sed adipiscing elit, sed do eiusmod tempor incididunt ut labore et dolore magna aliqua. Voluptate velit esse cillum dolore eu fugiat nulla pariatur. Excepteur sint occaecat cupidatat non proident, sunt in culpa qui officia deserunt mollit anim sed id est laborum. Sed ut perspiciatis unde omnis iste natus error sit voluptatem accusantium doloremque sed laudantium, totam rem aperi, voluptatem quia voluptas sit aspernatur Excepteur sint occaecat cupidatat non proident, sunt in culpa qui officia voluptatem accusantium doloremque sed laudantium, totam rem aperi, voluptatem quia voluptas"/>
          <p:cNvSpPr txBox="1"/>
          <p:nvPr/>
        </p:nvSpPr>
        <p:spPr>
          <a:xfrm>
            <a:off x="11118215" y="5574030"/>
            <a:ext cx="9729470" cy="4159250"/>
          </a:xfrm>
          <a:prstGeom prst="rect">
            <a:avLst/>
          </a:prstGeom>
          <a:ln w="12700">
            <a:miter lim="400000"/>
          </a:ln>
        </p:spPr>
        <p:txBody>
          <a:bodyPr wrap="square" lIns="50800" tIns="50800" rIns="50800" bIns="50800">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pPr marL="914400" indent="-914400">
              <a:buFont typeface="+mj-lt"/>
              <a:buAutoNum type="alphaLcParenR"/>
            </a:pPr>
            <a:endParaRPr lang="en-US" sz="4800">
              <a:solidFill>
                <a:schemeClr val="tx1"/>
              </a:solidFill>
              <a:latin typeface="Calibri" panose="020F0502020204030204" charset="0"/>
              <a:ea typeface="Calibri" panose="020F0502020204030204" charset="0"/>
              <a:cs typeface="Calibri" panose="020F0502020204030204" charset="0"/>
            </a:endParaRPr>
          </a:p>
          <a:p>
            <a:pPr>
              <a:buFont typeface="+mj-lt"/>
            </a:pPr>
            <a:r>
              <a:rPr lang="en-US" sz="4800">
                <a:solidFill>
                  <a:schemeClr val="tx1"/>
                </a:solidFill>
                <a:latin typeface="Calibri" panose="020F0502020204030204" charset="0"/>
                <a:ea typeface="Calibri" panose="020F0502020204030204" charset="0"/>
                <a:cs typeface="Calibri" panose="020F0502020204030204" charset="0"/>
              </a:rPr>
              <a:t>c)	Card emulation :– </a:t>
            </a:r>
            <a:endParaRPr lang="en-US" sz="4800">
              <a:solidFill>
                <a:schemeClr val="tx1"/>
              </a:solidFill>
              <a:latin typeface="Calibri" panose="020F0502020204030204" charset="0"/>
              <a:ea typeface="Calibri" panose="020F0502020204030204" charset="0"/>
              <a:cs typeface="Calibri" panose="020F0502020204030204" charset="0"/>
            </a:endParaRPr>
          </a:p>
          <a:p>
            <a:pPr>
              <a:buFont typeface="+mj-lt"/>
            </a:pPr>
            <a:r>
              <a:rPr lang="en-US" sz="4800">
                <a:solidFill>
                  <a:schemeClr val="tx1"/>
                </a:solidFill>
                <a:latin typeface="Calibri" panose="020F0502020204030204" charset="0"/>
                <a:ea typeface="Calibri" panose="020F0502020204030204" charset="0"/>
                <a:cs typeface="Calibri" panose="020F0502020204030204" charset="0"/>
              </a:rPr>
              <a:t>An Active NFC device used for contactless payment.</a:t>
            </a:r>
            <a:endParaRPr lang="en-US" sz="4800">
              <a:solidFill>
                <a:schemeClr val="tx1"/>
              </a:solidFill>
              <a:latin typeface="Calibri" panose="020F0502020204030204" charset="0"/>
              <a:ea typeface="Calibri" panose="020F0502020204030204" charset="0"/>
              <a:cs typeface="Calibri" panose="020F0502020204030204" charset="0"/>
            </a:endParaRPr>
          </a:p>
        </p:txBody>
      </p:sp>
      <p:pic>
        <p:nvPicPr>
          <p:cNvPr id="2" name="Picture 1" descr="images"/>
          <p:cNvPicPr>
            <a:picLocks noChangeAspect="1"/>
          </p:cNvPicPr>
          <p:nvPr/>
        </p:nvPicPr>
        <p:blipFill>
          <a:blip r:embed="rId1"/>
          <a:srcRect l="70499"/>
          <a:stretch>
            <a:fillRect/>
          </a:stretch>
        </p:blipFill>
        <p:spPr>
          <a:xfrm>
            <a:off x="2002155" y="5801995"/>
            <a:ext cx="4191000" cy="418655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97" name="Кружок"/>
          <p:cNvSpPr/>
          <p:nvPr/>
        </p:nvSpPr>
        <p:spPr>
          <a:xfrm>
            <a:off x="-3273475" y="-73075"/>
            <a:ext cx="18942150" cy="18942150"/>
          </a:xfrm>
          <a:prstGeom prst="ellipse">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698" name="Кружок"/>
          <p:cNvSpPr/>
          <p:nvPr/>
        </p:nvSpPr>
        <p:spPr>
          <a:xfrm>
            <a:off x="1346795" y="4547195"/>
            <a:ext cx="9701610" cy="9701610"/>
          </a:xfrm>
          <a:prstGeom prst="ellipse">
            <a:avLst/>
          </a:prstGeom>
          <a:solidFill>
            <a:srgbClr val="FFFFFF"/>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699" name="Кружок"/>
          <p:cNvSpPr/>
          <p:nvPr/>
        </p:nvSpPr>
        <p:spPr>
          <a:xfrm>
            <a:off x="3761531" y="6961931"/>
            <a:ext cx="4872138" cy="4872138"/>
          </a:xfrm>
          <a:prstGeom prst="ellipse">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00" name="Title text slide with progress bar"/>
          <p:cNvSpPr txBox="1"/>
          <p:nvPr/>
        </p:nvSpPr>
        <p:spPr>
          <a:xfrm>
            <a:off x="1641512" y="5111116"/>
            <a:ext cx="9112176" cy="3548380"/>
          </a:xfrm>
          <a:prstGeom prst="rect">
            <a:avLst/>
          </a:prstGeom>
          <a:ln w="12700">
            <a:miter lim="400000"/>
          </a:ln>
        </p:spPr>
        <p:txBody>
          <a:bodyPr lIns="50800" tIns="50800" rIns="50800" bIns="50800" anchor="ctr">
            <a:spAutoFit/>
          </a:bodyPr>
          <a:lstStyle>
            <a:lvl1pPr algn="l">
              <a:defRPr sz="13000" b="0">
                <a:solidFill>
                  <a:srgbClr val="31333D"/>
                </a:solidFill>
                <a:latin typeface="Maven Pro Medium"/>
                <a:ea typeface="Maven Pro Medium"/>
                <a:cs typeface="Maven Pro Medium"/>
                <a:sym typeface="Maven Pro Medium"/>
              </a:defRPr>
            </a:lvl1pPr>
          </a:lstStyle>
          <a:p>
            <a:pPr algn="ctr"/>
            <a:r>
              <a:rPr lang="en-US" altLang="zh-CN" sz="22400">
                <a:latin typeface="Microsoft YaHei Light" panose="020B0502040204020203" charset="-122"/>
                <a:ea typeface="Microsoft YaHei Light" panose="020B0502040204020203" charset="-122"/>
                <a:cs typeface="Calibri" panose="020F0502020204030204" charset="0"/>
              </a:rPr>
              <a:t>04</a:t>
            </a:r>
            <a:endParaRPr lang="en-US" altLang="zh-CN" sz="22400">
              <a:latin typeface="Microsoft YaHei Light" panose="020B0502040204020203" charset="-122"/>
              <a:ea typeface="Microsoft YaHei Light" panose="020B0502040204020203" charset="-122"/>
              <a:cs typeface="Calibri" panose="020F0502020204030204" charset="0"/>
            </a:endParaRPr>
          </a:p>
        </p:txBody>
      </p:sp>
      <p:grpSp>
        <p:nvGrpSpPr>
          <p:cNvPr id="44" name="Группа"/>
          <p:cNvGrpSpPr/>
          <p:nvPr/>
        </p:nvGrpSpPr>
        <p:grpSpPr>
          <a:xfrm>
            <a:off x="5684440" y="8884840"/>
            <a:ext cx="1026320" cy="1026320"/>
            <a:chOff x="0" y="0"/>
            <a:chExt cx="1026318" cy="1026318"/>
          </a:xfrm>
        </p:grpSpPr>
        <p:sp>
          <p:nvSpPr>
            <p:cNvPr id="1048701" name="Кружок"/>
            <p:cNvSpPr/>
            <p:nvPr/>
          </p:nvSpPr>
          <p:spPr>
            <a:xfrm>
              <a:off x="0" y="0"/>
              <a:ext cx="1026319" cy="1026319"/>
            </a:xfrm>
            <a:prstGeom prst="ellipse">
              <a:avLst/>
            </a:prstGeom>
            <a:gradFill flip="none" rotWithShape="1">
              <a:gsLst>
                <a:gs pos="0">
                  <a:schemeClr val="accent2"/>
                </a:gs>
                <a:gs pos="100000">
                  <a:schemeClr val="accent1"/>
                </a:gs>
              </a:gsLst>
              <a:lin ang="2015830" scaled="0"/>
            </a:gradFill>
            <a:ln w="12700" cap="flat">
              <a:noFill/>
              <a:miter lim="400000"/>
            </a:ln>
            <a:effectLst/>
          </p:spPr>
          <p:txBody>
            <a:bodyPr wrap="square" lIns="0" tIns="0" rIns="0" bIns="0" numCol="1" anchor="ctr">
              <a:noAutofit/>
            </a:bodyP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02" name="Freeform 11"/>
            <p:cNvSpPr/>
            <p:nvPr/>
          </p:nvSpPr>
          <p:spPr>
            <a:xfrm rot="10800000">
              <a:off x="357656" y="356535"/>
              <a:ext cx="311006" cy="313248"/>
            </a:xfrm>
            <a:custGeom>
              <a:avLst/>
              <a:gdLst/>
              <a:ahLst/>
              <a:cxnLst>
                <a:cxn ang="0">
                  <a:pos x="wd2" y="hd2"/>
                </a:cxn>
                <a:cxn ang="5400000">
                  <a:pos x="wd2" y="hd2"/>
                </a:cxn>
                <a:cxn ang="10800000">
                  <a:pos x="wd2" y="hd2"/>
                </a:cxn>
                <a:cxn ang="16200000">
                  <a:pos x="wd2" y="hd2"/>
                </a:cxn>
              </a:cxnLst>
              <a:rect l="0" t="0" r="r" b="b"/>
              <a:pathLst>
                <a:path w="21600" h="21600" extrusionOk="0">
                  <a:moveTo>
                    <a:pt x="21600" y="9507"/>
                  </a:moveTo>
                  <a:lnTo>
                    <a:pt x="4949" y="9507"/>
                  </a:lnTo>
                  <a:lnTo>
                    <a:pt x="12762" y="1817"/>
                  </a:lnTo>
                  <a:lnTo>
                    <a:pt x="10676" y="0"/>
                  </a:lnTo>
                  <a:lnTo>
                    <a:pt x="0" y="10800"/>
                  </a:lnTo>
                  <a:lnTo>
                    <a:pt x="10676" y="21600"/>
                  </a:lnTo>
                  <a:lnTo>
                    <a:pt x="12762" y="19538"/>
                  </a:lnTo>
                  <a:lnTo>
                    <a:pt x="4949" y="12093"/>
                  </a:lnTo>
                  <a:lnTo>
                    <a:pt x="21600" y="12093"/>
                  </a:lnTo>
                  <a:lnTo>
                    <a:pt x="21600" y="9507"/>
                  </a:lnTo>
                </a:path>
              </a:pathLst>
            </a:custGeom>
            <a:solidFill>
              <a:srgbClr val="FFFFFF"/>
            </a:solidFill>
            <a:ln w="12700" cap="flat">
              <a:noFill/>
              <a:miter lim="400000"/>
            </a:ln>
            <a:effectLst/>
          </p:spPr>
          <p:txBody>
            <a:bodyPr wrap="square" lIns="45719" tIns="45719" rIns="45719" bIns="45719" numCol="1" anchor="ctr">
              <a:noAutofit/>
            </a:bodyPr>
            <a:p>
              <a:pPr algn="l" defTabSz="914400">
                <a:defRPr sz="1800" b="0">
                  <a:latin typeface="Roboto"/>
                  <a:ea typeface="Roboto"/>
                  <a:cs typeface="Roboto"/>
                  <a:sym typeface="Roboto"/>
                </a:defRPr>
              </a:pPr>
              <a:endParaRPr sz="3000">
                <a:latin typeface="Calibri" panose="020F0502020204030204" charset="0"/>
                <a:ea typeface="Calibri" panose="020F0502020204030204" charset="0"/>
                <a:cs typeface="Calibri" panose="020F0502020204030204" charset="0"/>
              </a:endParaRPr>
            </a:p>
          </p:txBody>
        </p:sp>
      </p:grpSp>
      <p:sp>
        <p:nvSpPr>
          <p:cNvPr id="1048703" name="Round Diagonal Corner Rectangle 1"/>
          <p:cNvSpPr/>
          <p:nvPr/>
        </p:nvSpPr>
        <p:spPr>
          <a:xfrm>
            <a:off x="12314555" y="5426710"/>
            <a:ext cx="9808210" cy="2583815"/>
          </a:xfrm>
          <a:prstGeom prst="round2DiagRect">
            <a:avLst/>
          </a:prstGeom>
          <a:gradFill>
            <a:gsLst>
              <a:gs pos="0">
                <a:schemeClr val="accent2"/>
              </a:gs>
              <a:gs pos="55000">
                <a:schemeClr val="accent1"/>
              </a:gs>
            </a:gsLst>
            <a:lin ang="2640000" scaled="0"/>
          </a:gradFill>
          <a:ln w="12700" cap="flat">
            <a:noFill/>
            <a:miter lim="400000"/>
          </a:ln>
        </p:spPr>
        <p:style>
          <a:lnRef idx="0">
            <a:scrgbClr r="0" g="0" b="0"/>
          </a:lnRef>
          <a:fillRef idx="0">
            <a:scrgbClr r="0" g="0" b="0"/>
          </a:fillRef>
          <a:effectRef idx="0">
            <a:scrgbClr r="0" g="0" b="0"/>
          </a:effectRef>
          <a:fontRef idx="none">
            <a:srgbClr val="000000"/>
          </a:fontRef>
        </p:style>
        <p:txBody>
          <a:bodyPr rot="0" vertOverflow="overflow" horzOverflow="overflow" vert="horz" wrap="square" lIns="0" tIns="0" rIns="0" bIns="0" numCol="1" spcCol="38100" rtlCol="0" anchor="ctr" forceAA="0">
            <a:spAutoFit/>
          </a:bodyPr>
          <a:p>
            <a:pPr marL="0" marR="0" indent="0" algn="ctr" defTabSz="825500" rtl="0" fontAlgn="auto" latinLnBrk="0" hangingPunct="0">
              <a:lnSpc>
                <a:spcPct val="100000"/>
              </a:lnSpc>
              <a:spcBef>
                <a:spcPts val="0"/>
              </a:spcBef>
              <a:spcAft>
                <a:spcPts val="0"/>
              </a:spcAft>
              <a:buClrTx/>
              <a:buSzTx/>
              <a:buFontTx/>
              <a:buNone/>
            </a:pPr>
            <a:endParaRPr kumimoji="0" lang="en-US" sz="3200" b="0" i="0" u="none" strike="noStrike" cap="none" spc="0" normalizeH="0" baseline="0">
              <a:ln>
                <a:noFill/>
              </a:ln>
              <a:solidFill>
                <a:srgbClr val="FFFFFF"/>
              </a:solidFill>
              <a:effectLst/>
              <a:latin typeface="+mn-lt"/>
              <a:ea typeface="+mn-ea"/>
              <a:cs typeface="+mn-cs"/>
              <a:sym typeface="Helvetica Neue Medium"/>
            </a:endParaRPr>
          </a:p>
        </p:txBody>
      </p:sp>
      <p:sp>
        <p:nvSpPr>
          <p:cNvPr id="1048704" name="Text Box 2"/>
          <p:cNvSpPr txBox="1"/>
          <p:nvPr/>
        </p:nvSpPr>
        <p:spPr>
          <a:xfrm>
            <a:off x="12596495" y="5559743"/>
            <a:ext cx="9244330" cy="2317115"/>
          </a:xfrm>
          <a:prstGeom prst="rect">
            <a:avLst/>
          </a:prstGeom>
          <a:noFill/>
          <a:ln w="12700" cap="flat">
            <a:noFill/>
            <a:miter lim="400000"/>
          </a:ln>
        </p:spPr>
        <p:style>
          <a:lnRef idx="0">
            <a:scrgbClr r="0" g="0" b="0"/>
          </a:lnRef>
          <a:fillRef idx="0">
            <a:scrgbClr r="0" g="0" b="0"/>
          </a:fillRef>
          <a:effectRef idx="0">
            <a:scrgbClr r="0" g="0" b="0"/>
          </a:effectRef>
          <a:fontRef idx="none">
            <a:srgbClr val="000000"/>
          </a:fontRef>
        </p:style>
        <p:txBody>
          <a:bodyPr rot="0" vertOverflow="overflow" horzOverflow="overflow" vert="horz" wrap="square" lIns="50800" tIns="50800" rIns="50800" bIns="50800" numCol="1" spcCol="38100" rtlCol="0" anchor="ctr" forceAA="0">
            <a:spAutoFit/>
          </a:bodyPr>
          <a:p>
            <a:pPr marL="0" marR="0" indent="0" algn="ctr" defTabSz="825500" rtl="0" fontAlgn="auto" latinLnBrk="0" hangingPunct="0">
              <a:lnSpc>
                <a:spcPct val="100000"/>
              </a:lnSpc>
              <a:spcBef>
                <a:spcPts val="0"/>
              </a:spcBef>
              <a:spcAft>
                <a:spcPts val="0"/>
              </a:spcAft>
              <a:buClrTx/>
              <a:buSzTx/>
              <a:buFontTx/>
              <a:buNone/>
            </a:pPr>
            <a:r>
              <a:rPr kumimoji="0" lang="en-US" sz="7200" b="1" i="0" u="none" strike="noStrike" cap="none" spc="0" normalizeH="0" baseline="0">
                <a:ln>
                  <a:noFill/>
                </a:ln>
                <a:solidFill>
                  <a:schemeClr val="bg1"/>
                </a:solidFill>
                <a:effectLst/>
                <a:latin typeface="Arial" panose="02080604020202020204" pitchFamily="34" charset="0"/>
                <a:ea typeface="Helvetica Neue"/>
                <a:cs typeface="Arial" panose="02080604020202020204" pitchFamily="34" charset="0"/>
                <a:sym typeface="Helvetica Neue"/>
              </a:rPr>
              <a:t>Applications Of NFC</a:t>
            </a:r>
            <a:endParaRPr kumimoji="0" lang="en-US" sz="7200" b="1" i="0" u="none" strike="noStrike" cap="none" spc="0" normalizeH="0" baseline="0">
              <a:ln>
                <a:noFill/>
              </a:ln>
              <a:solidFill>
                <a:schemeClr val="bg1"/>
              </a:solidFill>
              <a:effectLst/>
              <a:latin typeface="Arial" panose="02080604020202020204" pitchFamily="34" charset="0"/>
              <a:ea typeface="Helvetica Neue"/>
              <a:cs typeface="Arial" panose="02080604020202020204" pitchFamily="34" charset="0"/>
              <a:sym typeface="Helvetica Neue"/>
            </a:endParaRPr>
          </a:p>
        </p:txBody>
      </p:sp>
      <p:pic>
        <p:nvPicPr>
          <p:cNvPr id="2097154" name="Picture Placeholder 27" descr="nfc-wireless-icon"/>
          <p:cNvPicPr>
            <a:picLocks noChangeAspect="1"/>
          </p:cNvPicPr>
          <p:nvPr>
            <p:ph type="pic" sz="quarter" idx="10"/>
          </p:nvPr>
        </p:nvPicPr>
        <p:blipFill>
          <a:blip r:embed="rId1"/>
          <a:stretch>
            <a:fillRect/>
          </a:stretch>
        </p:blipFill>
        <p:spPr>
          <a:xfrm>
            <a:off x="8242300" y="5426710"/>
            <a:ext cx="2806065" cy="28625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726" name="Закругленный прямоугольник"/>
          <p:cNvSpPr/>
          <p:nvPr/>
        </p:nvSpPr>
        <p:spPr>
          <a:xfrm>
            <a:off x="11866344" y="2438400"/>
            <a:ext cx="28171875" cy="8839200"/>
          </a:xfrm>
          <a:prstGeom prst="roundRect">
            <a:avLst>
              <a:gd name="adj" fmla="val 50000"/>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7" name="Title text slide"/>
          <p:cNvSpPr txBox="1"/>
          <p:nvPr/>
        </p:nvSpPr>
        <p:spPr>
          <a:xfrm>
            <a:off x="2002155" y="3576638"/>
            <a:ext cx="12872720" cy="1209040"/>
          </a:xfrm>
          <a:prstGeom prst="rect">
            <a:avLst/>
          </a:prstGeom>
          <a:ln w="12700">
            <a:miter lim="400000"/>
          </a:ln>
        </p:spPr>
        <p:txBody>
          <a:bodyPr wrap="square" lIns="50800" tIns="50800" rIns="50800" bIns="50800" anchor="ctr">
            <a:spAutoFit/>
          </a:bodyPr>
          <a:lstStyle>
            <a:lvl1pPr algn="l">
              <a:defRPr sz="8000" b="0">
                <a:solidFill>
                  <a:srgbClr val="31333D"/>
                </a:solidFill>
                <a:latin typeface="Maven Pro Medium"/>
                <a:ea typeface="Maven Pro Medium"/>
                <a:cs typeface="Maven Pro Medium"/>
                <a:sym typeface="Maven Pro Medium"/>
              </a:defRPr>
            </a:lvl1pPr>
          </a:lstStyle>
          <a:p>
            <a:r>
              <a:rPr lang="en-US" sz="7200">
                <a:latin typeface="Calibri" panose="020F0502020204030204" charset="0"/>
                <a:ea typeface="Calibri" panose="020F0502020204030204" charset="0"/>
                <a:cs typeface="Calibri" panose="020F0502020204030204" charset="0"/>
              </a:rPr>
              <a:t>Applications Of NFC</a:t>
            </a:r>
            <a:endParaRPr lang="en-US" sz="7200">
              <a:latin typeface="Calibri" panose="020F0502020204030204" charset="0"/>
              <a:ea typeface="Calibri" panose="020F0502020204030204" charset="0"/>
              <a:cs typeface="Calibri" panose="020F0502020204030204" charset="0"/>
            </a:endParaRPr>
          </a:p>
        </p:txBody>
      </p:sp>
      <p:sp>
        <p:nvSpPr>
          <p:cNvPr id="1048728" name="Фигура"/>
          <p:cNvSpPr/>
          <p:nvPr/>
        </p:nvSpPr>
        <p:spPr>
          <a:xfrm>
            <a:off x="2799299" y="5013659"/>
            <a:ext cx="1576918" cy="560672"/>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a:gsLst>
              <a:gs pos="0">
                <a:schemeClr val="accent2"/>
              </a:gs>
              <a:gs pos="100000">
                <a:schemeClr val="accent1"/>
              </a:gs>
            </a:gsLst>
            <a:lin ang="2015830"/>
          </a:gra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pic>
        <p:nvPicPr>
          <p:cNvPr id="3" name="Picture 2" descr="NFC-application"/>
          <p:cNvPicPr>
            <a:picLocks noChangeAspect="1"/>
          </p:cNvPicPr>
          <p:nvPr/>
        </p:nvPicPr>
        <p:blipFill>
          <a:blip r:embed="rId1"/>
          <a:stretch>
            <a:fillRect/>
          </a:stretch>
        </p:blipFill>
        <p:spPr>
          <a:xfrm>
            <a:off x="0" y="6146165"/>
            <a:ext cx="9796780" cy="6662420"/>
          </a:xfrm>
          <a:prstGeom prst="rect">
            <a:avLst/>
          </a:prstGeom>
        </p:spPr>
      </p:pic>
      <p:sp>
        <p:nvSpPr>
          <p:cNvPr id="2" name="Text Box 1"/>
          <p:cNvSpPr txBox="1"/>
          <p:nvPr/>
        </p:nvSpPr>
        <p:spPr>
          <a:xfrm>
            <a:off x="11866245" y="3926840"/>
            <a:ext cx="12715875" cy="7487920"/>
          </a:xfrm>
          <a:prstGeom prst="rect">
            <a:avLst/>
          </a:prstGeom>
          <a:noFill/>
          <a:ln w="12700" cap="flat">
            <a:noFill/>
            <a:miter lim="400000"/>
          </a:ln>
        </p:spPr>
        <p:style>
          <a:lnRef idx="0">
            <a:scrgbClr r="0" g="0" b="0"/>
          </a:lnRef>
          <a:fillRef idx="0">
            <a:scrgbClr r="0" g="0" b="0"/>
          </a:fillRef>
          <a:effectRef idx="0">
            <a:scrgbClr r="0" g="0" b="0"/>
          </a:effectRef>
          <a:fontRef idx="none">
            <a:srgbClr val="000000"/>
          </a:fontRef>
        </p:style>
        <p:txBody>
          <a:bodyPr rot="0" vertOverflow="overflow" horzOverflow="overflow" vert="horz" wrap="square" lIns="50800" tIns="50800" rIns="50800" bIns="50800" numCol="1" spcCol="38100" rtlCol="0" anchor="ctr" forceAA="0">
            <a:spAutoFit/>
          </a:bodyPr>
          <a:p>
            <a:pPr marL="0" marR="0" indent="0" algn="just" defTabSz="825500" rtl="0" fontAlgn="auto" latinLnBrk="0" hangingPunct="0">
              <a:lnSpc>
                <a:spcPct val="200000"/>
              </a:lnSpc>
              <a:spcBef>
                <a:spcPts val="0"/>
              </a:spcBef>
              <a:spcAft>
                <a:spcPts val="0"/>
              </a:spcAft>
              <a:buClrTx/>
              <a:buSzTx/>
              <a:buFontTx/>
              <a:buNone/>
            </a:pPr>
            <a:r>
              <a:rPr kumimoji="0" lang="en-US" sz="4800" b="0" i="0" u="none" strike="noStrike" cap="none" spc="0" normalizeH="0" baseline="0">
                <a:ln>
                  <a:noFill/>
                </a:ln>
                <a:solidFill>
                  <a:srgbClr val="000000"/>
                </a:solidFill>
                <a:effectLst/>
                <a:latin typeface="Calibri" panose="020F0502020204030204" charset="0"/>
                <a:ea typeface="Helvetica Neue"/>
                <a:cs typeface="Calibri" panose="020F0502020204030204" charset="0"/>
                <a:sym typeface="Helvetica Neue"/>
              </a:rPr>
              <a:t>1. Data transfer</a:t>
            </a:r>
            <a:endParaRPr kumimoji="0" lang="en-US" sz="4800" b="0" i="0" u="none" strike="noStrike" cap="none" spc="0" normalizeH="0" baseline="0">
              <a:ln>
                <a:noFill/>
              </a:ln>
              <a:solidFill>
                <a:srgbClr val="000000"/>
              </a:solidFill>
              <a:effectLst/>
              <a:latin typeface="Calibri" panose="020F0502020204030204" charset="0"/>
              <a:ea typeface="Helvetica Neue"/>
              <a:cs typeface="Calibri" panose="020F0502020204030204" charset="0"/>
              <a:sym typeface="Helvetica Neue"/>
            </a:endParaRPr>
          </a:p>
          <a:p>
            <a:pPr marL="0" marR="0" indent="0" algn="just" defTabSz="825500" rtl="0" fontAlgn="auto" latinLnBrk="0" hangingPunct="0">
              <a:lnSpc>
                <a:spcPct val="200000"/>
              </a:lnSpc>
              <a:spcBef>
                <a:spcPts val="0"/>
              </a:spcBef>
              <a:spcAft>
                <a:spcPts val="0"/>
              </a:spcAft>
              <a:buClrTx/>
              <a:buSzTx/>
              <a:buFontTx/>
              <a:buNone/>
            </a:pPr>
            <a:r>
              <a:rPr kumimoji="0" lang="en-US" sz="4800" b="0" i="0" u="none" strike="noStrike" cap="none" spc="0" normalizeH="0" baseline="0">
                <a:ln>
                  <a:noFill/>
                </a:ln>
                <a:solidFill>
                  <a:srgbClr val="000000"/>
                </a:solidFill>
                <a:effectLst/>
                <a:latin typeface="Calibri" panose="020F0502020204030204" charset="0"/>
                <a:ea typeface="Helvetica Neue"/>
                <a:cs typeface="Calibri" panose="020F0502020204030204" charset="0"/>
                <a:sym typeface="Helvetica Neue"/>
              </a:rPr>
              <a:t>2. Mobile payments</a:t>
            </a:r>
            <a:endParaRPr kumimoji="0" lang="en-US" sz="4800" b="0" i="0" u="none" strike="noStrike" cap="none" spc="0" normalizeH="0" baseline="0">
              <a:ln>
                <a:noFill/>
              </a:ln>
              <a:solidFill>
                <a:srgbClr val="000000"/>
              </a:solidFill>
              <a:effectLst/>
              <a:latin typeface="Calibri" panose="020F0502020204030204" charset="0"/>
              <a:ea typeface="Helvetica Neue"/>
              <a:cs typeface="Calibri" panose="020F0502020204030204" charset="0"/>
              <a:sym typeface="Helvetica Neue"/>
            </a:endParaRPr>
          </a:p>
          <a:p>
            <a:pPr marL="0" marR="0" indent="0" algn="just" defTabSz="825500" rtl="0" fontAlgn="auto" latinLnBrk="0" hangingPunct="0">
              <a:lnSpc>
                <a:spcPct val="200000"/>
              </a:lnSpc>
              <a:spcBef>
                <a:spcPts val="0"/>
              </a:spcBef>
              <a:spcAft>
                <a:spcPts val="0"/>
              </a:spcAft>
              <a:buClrTx/>
              <a:buSzTx/>
              <a:buFontTx/>
              <a:buNone/>
            </a:pPr>
            <a:r>
              <a:rPr kumimoji="0" lang="en-US" sz="4800" b="0" i="0" u="none" strike="noStrike" cap="none" spc="0" normalizeH="0" baseline="0">
                <a:ln>
                  <a:noFill/>
                </a:ln>
                <a:solidFill>
                  <a:srgbClr val="000000"/>
                </a:solidFill>
                <a:effectLst/>
                <a:latin typeface="Calibri" panose="020F0502020204030204" charset="0"/>
                <a:ea typeface="Helvetica Neue"/>
                <a:cs typeface="Calibri" panose="020F0502020204030204" charset="0"/>
                <a:sym typeface="Helvetica Neue"/>
              </a:rPr>
              <a:t>3. Quick pairing</a:t>
            </a:r>
            <a:endParaRPr kumimoji="0" lang="en-US" sz="4800" b="0" i="0" u="none" strike="noStrike" cap="none" spc="0" normalizeH="0" baseline="0">
              <a:ln>
                <a:noFill/>
              </a:ln>
              <a:solidFill>
                <a:srgbClr val="000000"/>
              </a:solidFill>
              <a:effectLst/>
              <a:latin typeface="Calibri" panose="020F0502020204030204" charset="0"/>
              <a:ea typeface="Helvetica Neue"/>
              <a:cs typeface="Calibri" panose="020F0502020204030204" charset="0"/>
              <a:sym typeface="Helvetica Neue"/>
            </a:endParaRPr>
          </a:p>
          <a:p>
            <a:pPr marL="0" marR="0" indent="0" algn="just" defTabSz="825500" rtl="0" fontAlgn="auto" latinLnBrk="0" hangingPunct="0">
              <a:lnSpc>
                <a:spcPct val="200000"/>
              </a:lnSpc>
              <a:spcBef>
                <a:spcPts val="0"/>
              </a:spcBef>
              <a:spcAft>
                <a:spcPts val="0"/>
              </a:spcAft>
              <a:buClrTx/>
              <a:buSzTx/>
              <a:buFontTx/>
              <a:buNone/>
            </a:pPr>
            <a:r>
              <a:rPr kumimoji="0" lang="en-US" sz="4800" b="0" i="0" u="none" strike="noStrike" cap="none" spc="0" normalizeH="0" baseline="0">
                <a:ln>
                  <a:noFill/>
                </a:ln>
                <a:solidFill>
                  <a:srgbClr val="000000"/>
                </a:solidFill>
                <a:effectLst/>
                <a:latin typeface="Calibri" panose="020F0502020204030204" charset="0"/>
                <a:ea typeface="Helvetica Neue"/>
                <a:cs typeface="Calibri" panose="020F0502020204030204" charset="0"/>
                <a:sym typeface="Helvetica Neue"/>
              </a:rPr>
              <a:t>4. Public transport access</a:t>
            </a:r>
            <a:endParaRPr kumimoji="0" lang="en-US" sz="4800" b="0" i="0" u="none" strike="noStrike" cap="none" spc="0" normalizeH="0" baseline="0">
              <a:ln>
                <a:noFill/>
              </a:ln>
              <a:solidFill>
                <a:srgbClr val="000000"/>
              </a:solidFill>
              <a:effectLst/>
              <a:latin typeface="Calibri" panose="020F0502020204030204" charset="0"/>
              <a:ea typeface="Helvetica Neue"/>
              <a:cs typeface="Calibri" panose="020F0502020204030204" charset="0"/>
              <a:sym typeface="Helvetica Neue"/>
            </a:endParaRPr>
          </a:p>
          <a:p>
            <a:pPr marL="0" marR="0" indent="0" algn="just" defTabSz="825500" rtl="0" fontAlgn="auto" latinLnBrk="0" hangingPunct="0">
              <a:lnSpc>
                <a:spcPct val="200000"/>
              </a:lnSpc>
              <a:spcBef>
                <a:spcPts val="0"/>
              </a:spcBef>
              <a:spcAft>
                <a:spcPts val="0"/>
              </a:spcAft>
              <a:buClrTx/>
              <a:buSzTx/>
              <a:buFontTx/>
              <a:buNone/>
            </a:pPr>
            <a:r>
              <a:rPr kumimoji="0" lang="en-US" sz="4800" b="0" i="0" u="none" strike="noStrike" cap="none" spc="0" normalizeH="0" baseline="0">
                <a:ln>
                  <a:noFill/>
                </a:ln>
                <a:solidFill>
                  <a:srgbClr val="000000"/>
                </a:solidFill>
                <a:effectLst/>
                <a:latin typeface="Calibri" panose="020F0502020204030204" charset="0"/>
                <a:ea typeface="Helvetica Neue"/>
                <a:cs typeface="Calibri" panose="020F0502020204030204" charset="0"/>
                <a:sym typeface="Helvetica Neue"/>
              </a:rPr>
              <a:t>5. Gaming</a:t>
            </a:r>
            <a:endParaRPr kumimoji="0" lang="en-US" sz="4800" b="0" i="0" u="none" strike="noStrike" cap="none" spc="0" normalizeH="0" baseline="0">
              <a:ln>
                <a:noFill/>
              </a:ln>
              <a:solidFill>
                <a:srgbClr val="000000"/>
              </a:solidFill>
              <a:effectLst/>
              <a:latin typeface="Calibri" panose="020F0502020204030204" charset="0"/>
              <a:ea typeface="Helvetica Neue"/>
              <a:cs typeface="Calibri" panose="020F0502020204030204" charset="0"/>
              <a:sym typeface="Helvetica Neue"/>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726" name="Закругленный прямоугольник"/>
          <p:cNvSpPr/>
          <p:nvPr/>
        </p:nvSpPr>
        <p:spPr>
          <a:xfrm>
            <a:off x="11866344" y="2438400"/>
            <a:ext cx="28171875" cy="8839200"/>
          </a:xfrm>
          <a:prstGeom prst="roundRect">
            <a:avLst>
              <a:gd name="adj" fmla="val 50000"/>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7" name="Title text slide"/>
          <p:cNvSpPr txBox="1"/>
          <p:nvPr/>
        </p:nvSpPr>
        <p:spPr>
          <a:xfrm>
            <a:off x="2002155" y="3576638"/>
            <a:ext cx="12872720" cy="1209040"/>
          </a:xfrm>
          <a:prstGeom prst="rect">
            <a:avLst/>
          </a:prstGeom>
          <a:ln w="12700">
            <a:miter lim="400000"/>
          </a:ln>
        </p:spPr>
        <p:txBody>
          <a:bodyPr wrap="square" lIns="50800" tIns="50800" rIns="50800" bIns="50800" anchor="ctr">
            <a:spAutoFit/>
          </a:bodyPr>
          <a:lstStyle>
            <a:lvl1pPr algn="l">
              <a:defRPr sz="8000" b="0">
                <a:solidFill>
                  <a:srgbClr val="31333D"/>
                </a:solidFill>
                <a:latin typeface="Maven Pro Medium"/>
                <a:ea typeface="Maven Pro Medium"/>
                <a:cs typeface="Maven Pro Medium"/>
                <a:sym typeface="Maven Pro Medium"/>
              </a:defRPr>
            </a:lvl1pPr>
          </a:lstStyle>
          <a:p>
            <a:r>
              <a:rPr lang="en-US" sz="7200">
                <a:latin typeface="Calibri" panose="020F0502020204030204" charset="0"/>
                <a:ea typeface="Calibri" panose="020F0502020204030204" charset="0"/>
                <a:cs typeface="Calibri" panose="020F0502020204030204" charset="0"/>
              </a:rPr>
              <a:t>Advantages</a:t>
            </a:r>
            <a:endParaRPr lang="en-US" sz="7200">
              <a:latin typeface="Calibri" panose="020F0502020204030204" charset="0"/>
              <a:ea typeface="Calibri" panose="020F0502020204030204" charset="0"/>
              <a:cs typeface="Calibri" panose="020F0502020204030204" charset="0"/>
            </a:endParaRPr>
          </a:p>
        </p:txBody>
      </p:sp>
      <p:sp>
        <p:nvSpPr>
          <p:cNvPr id="1048728" name="Фигура"/>
          <p:cNvSpPr/>
          <p:nvPr/>
        </p:nvSpPr>
        <p:spPr>
          <a:xfrm>
            <a:off x="2799299" y="5013659"/>
            <a:ext cx="1576918" cy="560672"/>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a:gsLst>
              <a:gs pos="0">
                <a:schemeClr val="accent2"/>
              </a:gs>
              <a:gs pos="100000">
                <a:schemeClr val="accent1"/>
              </a:gs>
            </a:gsLst>
            <a:lin ang="2015830"/>
          </a:gra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9" name="Ut enim ad minim veniam, quis nostrud exercitation ullamco laboris nisi ut aliquip ex ea commo consequat. Duis aute irure dolor in reprehenderit in Lorem ipsum dolor sit amet, consectetur sed adipiscing elit, sed do eiusmod tempor incididunt ut labore et dolore magna aliqua. Voluptate velit esse cillum dolore eu fugiat nulla pariatur. Excepteur sint occaecat cupidatat non proident, sunt in culpa qui officia deserunt mollit anim sed id est laborum. Sed ut perspiciatis unde omnis iste natus error sit voluptatem accusantium doloremque sed laudantium, totam rem aperi, voluptatem quia voluptas sit aspernatur Excepteur sint occaecat cupidatat non proident, sunt in culpa qui officia voluptatem accusantium doloremque sed laudantium, totam rem aperi, voluptatem quia voluptas"/>
          <p:cNvSpPr txBox="1"/>
          <p:nvPr/>
        </p:nvSpPr>
        <p:spPr>
          <a:xfrm>
            <a:off x="2799080" y="6099175"/>
            <a:ext cx="19335115" cy="7073900"/>
          </a:xfrm>
          <a:prstGeom prst="rect">
            <a:avLst/>
          </a:prstGeom>
          <a:ln w="12700">
            <a:miter lim="400000"/>
          </a:ln>
        </p:spPr>
        <p:txBody>
          <a:bodyPr wrap="square" lIns="50800" tIns="50800" rIns="50800" bIns="50800">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pPr marL="685800" indent="-685800">
              <a:buFont typeface="Arial" panose="02080604020202020204" pitchFamily="34" charset="0"/>
              <a:buChar char="•"/>
            </a:pPr>
            <a:r>
              <a:rPr lang="en-US" sz="4800">
                <a:solidFill>
                  <a:schemeClr val="tx1"/>
                </a:solidFill>
                <a:latin typeface="Calibri" panose="020F0502020204030204" charset="0"/>
                <a:ea typeface="Calibri" panose="020F0502020204030204" charset="0"/>
                <a:cs typeface="Calibri" panose="020F0502020204030204" charset="0"/>
              </a:rPr>
              <a:t>It is advantageous to perform installments and other transactions utilizing cell phones with the assistance of wallet applications.</a:t>
            </a:r>
            <a:endParaRPr lang="en-US" sz="4800">
              <a:solidFill>
                <a:schemeClr val="tx1"/>
              </a:solidFill>
              <a:latin typeface="Calibri" panose="020F0502020204030204" charset="0"/>
              <a:ea typeface="Calibri" panose="020F0502020204030204" charset="0"/>
              <a:cs typeface="Calibri" panose="020F0502020204030204" charset="0"/>
            </a:endParaRPr>
          </a:p>
          <a:p>
            <a:pPr marL="685800" indent="-685800">
              <a:buFont typeface="Arial" panose="02080604020202020204" pitchFamily="34" charset="0"/>
              <a:buChar char="•"/>
            </a:pPr>
            <a:r>
              <a:rPr lang="en-US" sz="4800">
                <a:solidFill>
                  <a:schemeClr val="tx1"/>
                </a:solidFill>
                <a:latin typeface="Calibri" panose="020F0502020204030204" charset="0"/>
                <a:ea typeface="Calibri" panose="020F0502020204030204" charset="0"/>
                <a:cs typeface="Calibri" panose="020F0502020204030204" charset="0"/>
              </a:rPr>
              <a:t>It is utilized for numerous applications in different areas, for example, banking, reservations, booking tickets, recovering, passage/leave passes, and so on.</a:t>
            </a:r>
            <a:endParaRPr lang="en-US" sz="4800">
              <a:solidFill>
                <a:schemeClr val="tx1"/>
              </a:solidFill>
              <a:latin typeface="Calibri" panose="020F0502020204030204" charset="0"/>
              <a:ea typeface="Calibri" panose="020F0502020204030204" charset="0"/>
              <a:cs typeface="Calibri" panose="020F0502020204030204" charset="0"/>
            </a:endParaRPr>
          </a:p>
          <a:p>
            <a:pPr marL="685800" indent="-685800">
              <a:buFont typeface="Arial" panose="02080604020202020204" pitchFamily="34" charset="0"/>
              <a:buChar char="•"/>
            </a:pPr>
            <a:r>
              <a:rPr lang="en-US" sz="4800">
                <a:solidFill>
                  <a:schemeClr val="tx1"/>
                </a:solidFill>
                <a:latin typeface="Calibri" panose="020F0502020204030204" charset="0"/>
                <a:ea typeface="Calibri" panose="020F0502020204030204" charset="0"/>
                <a:cs typeface="Calibri" panose="020F0502020204030204" charset="0"/>
              </a:rPr>
              <a:t>It helps the two clients and ventures.</a:t>
            </a:r>
            <a:endParaRPr lang="en-US" sz="4800">
              <a:solidFill>
                <a:schemeClr val="tx1"/>
              </a:solidFill>
              <a:latin typeface="Calibri" panose="020F0502020204030204" charset="0"/>
              <a:ea typeface="Calibri" panose="020F0502020204030204" charset="0"/>
              <a:cs typeface="Calibri" panose="020F0502020204030204" charset="0"/>
            </a:endParaRPr>
          </a:p>
          <a:p>
            <a:pPr>
              <a:buFont typeface="Arial" panose="02080604020202020204" pitchFamily="34" charset="0"/>
            </a:pPr>
            <a:endParaRPr lang="en-US" sz="4800">
              <a:solidFill>
                <a:schemeClr val="tx1"/>
              </a:solidFill>
              <a:latin typeface="Calibri" panose="020F0502020204030204" charset="0"/>
              <a:ea typeface="Calibri" panose="020F0502020204030204" charset="0"/>
              <a:cs typeface="Calibri" panose="020F050202020403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726" name="Закругленный прямоугольник"/>
          <p:cNvSpPr/>
          <p:nvPr/>
        </p:nvSpPr>
        <p:spPr>
          <a:xfrm>
            <a:off x="11866344" y="2438400"/>
            <a:ext cx="28171875" cy="8839200"/>
          </a:xfrm>
          <a:prstGeom prst="roundRect">
            <a:avLst>
              <a:gd name="adj" fmla="val 50000"/>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7" name="Title text slide"/>
          <p:cNvSpPr txBox="1"/>
          <p:nvPr/>
        </p:nvSpPr>
        <p:spPr>
          <a:xfrm>
            <a:off x="2002155" y="3576638"/>
            <a:ext cx="12872720" cy="1209040"/>
          </a:xfrm>
          <a:prstGeom prst="rect">
            <a:avLst/>
          </a:prstGeom>
          <a:ln w="12700">
            <a:miter lim="400000"/>
          </a:ln>
        </p:spPr>
        <p:txBody>
          <a:bodyPr wrap="square" lIns="50800" tIns="50800" rIns="50800" bIns="50800" anchor="ctr">
            <a:spAutoFit/>
          </a:bodyPr>
          <a:lstStyle>
            <a:lvl1pPr algn="l">
              <a:defRPr sz="8000" b="0">
                <a:solidFill>
                  <a:srgbClr val="31333D"/>
                </a:solidFill>
                <a:latin typeface="Maven Pro Medium"/>
                <a:ea typeface="Maven Pro Medium"/>
                <a:cs typeface="Maven Pro Medium"/>
                <a:sym typeface="Maven Pro Medium"/>
              </a:defRPr>
            </a:lvl1pPr>
          </a:lstStyle>
          <a:p>
            <a:r>
              <a:rPr lang="en-US" sz="7200">
                <a:latin typeface="Calibri" panose="020F0502020204030204" charset="0"/>
                <a:ea typeface="Calibri" panose="020F0502020204030204" charset="0"/>
                <a:cs typeface="Calibri" panose="020F0502020204030204" charset="0"/>
              </a:rPr>
              <a:t>Advantages</a:t>
            </a:r>
            <a:endParaRPr lang="en-US" sz="7200">
              <a:latin typeface="Calibri" panose="020F0502020204030204" charset="0"/>
              <a:ea typeface="Calibri" panose="020F0502020204030204" charset="0"/>
              <a:cs typeface="Calibri" panose="020F0502020204030204" charset="0"/>
            </a:endParaRPr>
          </a:p>
        </p:txBody>
      </p:sp>
      <p:sp>
        <p:nvSpPr>
          <p:cNvPr id="1048728" name="Фигура"/>
          <p:cNvSpPr/>
          <p:nvPr/>
        </p:nvSpPr>
        <p:spPr>
          <a:xfrm>
            <a:off x="2799299" y="5013659"/>
            <a:ext cx="1576918" cy="560672"/>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a:gsLst>
              <a:gs pos="0">
                <a:schemeClr val="accent2"/>
              </a:gs>
              <a:gs pos="100000">
                <a:schemeClr val="accent1"/>
              </a:gs>
            </a:gsLst>
            <a:lin ang="2015830"/>
          </a:gra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9" name="Ut enim ad minim veniam, quis nostrud exercitation ullamco laboris nisi ut aliquip ex ea commo consequat. Duis aute irure dolor in reprehenderit in Lorem ipsum dolor sit amet, consectetur sed adipiscing elit, sed do eiusmod tempor incididunt ut labore et dolore magna aliqua. Voluptate velit esse cillum dolore eu fugiat nulla pariatur. Excepteur sint occaecat cupidatat non proident, sunt in culpa qui officia deserunt mollit anim sed id est laborum. Sed ut perspiciatis unde omnis iste natus error sit voluptatem accusantium doloremque sed laudantium, totam rem aperi, voluptatem quia voluptas sit aspernatur Excepteur sint occaecat cupidatat non proident, sunt in culpa qui officia voluptatem accusantium doloremque sed laudantium, totam rem aperi, voluptatem quia voluptas"/>
          <p:cNvSpPr txBox="1"/>
          <p:nvPr/>
        </p:nvSpPr>
        <p:spPr>
          <a:xfrm>
            <a:off x="2799080" y="6099175"/>
            <a:ext cx="19335115" cy="5931535"/>
          </a:xfrm>
          <a:prstGeom prst="rect">
            <a:avLst/>
          </a:prstGeom>
          <a:ln w="12700">
            <a:miter lim="400000"/>
          </a:ln>
        </p:spPr>
        <p:txBody>
          <a:bodyPr wrap="square" lIns="50800" tIns="50800" rIns="50800" bIns="50800">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pPr marL="685800" indent="-685800">
              <a:buFont typeface="Arial" panose="02080604020202020204" pitchFamily="34" charset="0"/>
              <a:buChar char="•"/>
            </a:pPr>
            <a:r>
              <a:rPr lang="en-US" sz="4800">
                <a:solidFill>
                  <a:schemeClr val="tx1"/>
                </a:solidFill>
                <a:latin typeface="Calibri" panose="020F0502020204030204" charset="0"/>
                <a:ea typeface="Calibri" panose="020F0502020204030204" charset="0"/>
                <a:cs typeface="Calibri" panose="020F0502020204030204" charset="0"/>
              </a:rPr>
              <a:t>It gives tied down admittance to understudies and workers in their premises.</a:t>
            </a:r>
            <a:endParaRPr lang="en-US" sz="4800">
              <a:solidFill>
                <a:schemeClr val="tx1"/>
              </a:solidFill>
              <a:latin typeface="Calibri" panose="020F0502020204030204" charset="0"/>
              <a:ea typeface="Calibri" panose="020F0502020204030204" charset="0"/>
              <a:cs typeface="Calibri" panose="020F0502020204030204" charset="0"/>
            </a:endParaRPr>
          </a:p>
          <a:p>
            <a:pPr marL="685800" indent="-685800">
              <a:buFont typeface="Arial" panose="02080604020202020204" pitchFamily="34" charset="0"/>
              <a:buChar char="•"/>
            </a:pPr>
            <a:r>
              <a:rPr lang="en-US" sz="4800">
                <a:solidFill>
                  <a:schemeClr val="tx1"/>
                </a:solidFill>
                <a:latin typeface="Calibri" panose="020F0502020204030204" charset="0"/>
                <a:ea typeface="Calibri" panose="020F0502020204030204" charset="0"/>
                <a:cs typeface="Calibri" panose="020F0502020204030204" charset="0"/>
              </a:rPr>
              <a:t>It gives greater security contrast with attractive strip based charge and Mastercards. It additionally utilizes PIN.</a:t>
            </a:r>
            <a:endParaRPr lang="en-US" sz="4800">
              <a:solidFill>
                <a:schemeClr val="tx1"/>
              </a:solidFill>
              <a:latin typeface="Calibri" panose="020F0502020204030204" charset="0"/>
              <a:ea typeface="Calibri" panose="020F0502020204030204" charset="0"/>
              <a:cs typeface="Calibri" panose="020F0502020204030204" charset="0"/>
            </a:endParaRPr>
          </a:p>
          <a:p>
            <a:pPr marL="685800" indent="-685800">
              <a:buFont typeface="Arial" panose="02080604020202020204" pitchFamily="34" charset="0"/>
              <a:buChar char="•"/>
            </a:pPr>
            <a:r>
              <a:rPr lang="en-US" sz="4800">
                <a:solidFill>
                  <a:schemeClr val="tx1"/>
                </a:solidFill>
                <a:latin typeface="Calibri" panose="020F0502020204030204" charset="0"/>
                <a:ea typeface="Calibri" panose="020F0502020204030204" charset="0"/>
                <a:cs typeface="Calibri" panose="020F0502020204030204" charset="0"/>
              </a:rPr>
              <a:t>It doesn’t need search and pair methodology like Bluetooth and different techniques to build up availability.</a:t>
            </a:r>
            <a:endParaRPr lang="en-US" sz="4800">
              <a:solidFill>
                <a:schemeClr val="tx1"/>
              </a:solidFill>
              <a:latin typeface="Calibri" panose="020F0502020204030204" charset="0"/>
              <a:ea typeface="Calibri" panose="020F0502020204030204" charset="0"/>
              <a:cs typeface="Calibri" panose="020F050202020403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726" name="Закругленный прямоугольник"/>
          <p:cNvSpPr/>
          <p:nvPr/>
        </p:nvSpPr>
        <p:spPr>
          <a:xfrm>
            <a:off x="11866344" y="2438400"/>
            <a:ext cx="28171875" cy="8839200"/>
          </a:xfrm>
          <a:prstGeom prst="roundRect">
            <a:avLst>
              <a:gd name="adj" fmla="val 50000"/>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7" name="Title text slide"/>
          <p:cNvSpPr txBox="1"/>
          <p:nvPr/>
        </p:nvSpPr>
        <p:spPr>
          <a:xfrm>
            <a:off x="2002155" y="3576638"/>
            <a:ext cx="12872720" cy="1209040"/>
          </a:xfrm>
          <a:prstGeom prst="rect">
            <a:avLst/>
          </a:prstGeom>
          <a:ln w="12700">
            <a:miter lim="400000"/>
          </a:ln>
        </p:spPr>
        <p:txBody>
          <a:bodyPr wrap="square" lIns="50800" tIns="50800" rIns="50800" bIns="50800" anchor="ctr">
            <a:spAutoFit/>
          </a:bodyPr>
          <a:lstStyle>
            <a:lvl1pPr algn="l">
              <a:defRPr sz="8000" b="0">
                <a:solidFill>
                  <a:srgbClr val="31333D"/>
                </a:solidFill>
                <a:latin typeface="Maven Pro Medium"/>
                <a:ea typeface="Maven Pro Medium"/>
                <a:cs typeface="Maven Pro Medium"/>
                <a:sym typeface="Maven Pro Medium"/>
              </a:defRPr>
            </a:lvl1pPr>
          </a:lstStyle>
          <a:p>
            <a:r>
              <a:rPr lang="en-US" sz="7200">
                <a:latin typeface="Calibri" panose="020F0502020204030204" charset="0"/>
                <a:ea typeface="Calibri" panose="020F0502020204030204" charset="0"/>
                <a:cs typeface="Calibri" panose="020F0502020204030204" charset="0"/>
              </a:rPr>
              <a:t>Disadvantages</a:t>
            </a:r>
            <a:endParaRPr lang="en-US" sz="7200">
              <a:latin typeface="Calibri" panose="020F0502020204030204" charset="0"/>
              <a:ea typeface="Calibri" panose="020F0502020204030204" charset="0"/>
              <a:cs typeface="Calibri" panose="020F0502020204030204" charset="0"/>
            </a:endParaRPr>
          </a:p>
        </p:txBody>
      </p:sp>
      <p:sp>
        <p:nvSpPr>
          <p:cNvPr id="1048728" name="Фигура"/>
          <p:cNvSpPr/>
          <p:nvPr/>
        </p:nvSpPr>
        <p:spPr>
          <a:xfrm>
            <a:off x="2799299" y="5013659"/>
            <a:ext cx="1576918" cy="560672"/>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a:gsLst>
              <a:gs pos="0">
                <a:schemeClr val="accent2"/>
              </a:gs>
              <a:gs pos="100000">
                <a:schemeClr val="accent1"/>
              </a:gs>
            </a:gsLst>
            <a:lin ang="2015830"/>
          </a:gra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9" name="Ut enim ad minim veniam, quis nostrud exercitation ullamco laboris nisi ut aliquip ex ea commo consequat. Duis aute irure dolor in reprehenderit in Lorem ipsum dolor sit amet, consectetur sed adipiscing elit, sed do eiusmod tempor incididunt ut labore et dolore magna aliqua. Voluptate velit esse cillum dolore eu fugiat nulla pariatur. Excepteur sint occaecat cupidatat non proident, sunt in culpa qui officia deserunt mollit anim sed id est laborum. Sed ut perspiciatis unde omnis iste natus error sit voluptatem accusantium doloremque sed laudantium, totam rem aperi, voluptatem quia voluptas sit aspernatur Excepteur sint occaecat cupidatat non proident, sunt in culpa qui officia voluptatem accusantium doloremque sed laudantium, totam rem aperi, voluptatem quia voluptas"/>
          <p:cNvSpPr txBox="1"/>
          <p:nvPr/>
        </p:nvSpPr>
        <p:spPr>
          <a:xfrm>
            <a:off x="2799080" y="6099175"/>
            <a:ext cx="19335115" cy="5931535"/>
          </a:xfrm>
          <a:prstGeom prst="rect">
            <a:avLst/>
          </a:prstGeom>
          <a:ln w="12700">
            <a:miter lim="400000"/>
          </a:ln>
        </p:spPr>
        <p:txBody>
          <a:bodyPr wrap="square" lIns="50800" tIns="50800" rIns="50800" bIns="50800">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pPr marL="685800" indent="-685800">
              <a:buFont typeface="Arial" panose="02080604020202020204" pitchFamily="34" charset="0"/>
              <a:buChar char="•"/>
            </a:pPr>
            <a:r>
              <a:rPr lang="en-US" sz="4800">
                <a:solidFill>
                  <a:schemeClr val="tx1"/>
                </a:solidFill>
                <a:latin typeface="Calibri" panose="020F0502020204030204" charset="0"/>
                <a:ea typeface="Calibri" panose="020F0502020204030204" charset="0"/>
                <a:cs typeface="Calibri" panose="020F0502020204030204" charset="0"/>
              </a:rPr>
              <a:t>    It is extravagant for the organizations to embrace the NFC empowered gadgets.</a:t>
            </a:r>
            <a:endParaRPr lang="en-US" sz="4800">
              <a:solidFill>
                <a:schemeClr val="tx1"/>
              </a:solidFill>
              <a:latin typeface="Calibri" panose="020F0502020204030204" charset="0"/>
              <a:ea typeface="Calibri" panose="020F0502020204030204" charset="0"/>
              <a:cs typeface="Calibri" panose="020F0502020204030204" charset="0"/>
            </a:endParaRPr>
          </a:p>
          <a:p>
            <a:pPr marL="685800" indent="-685800">
              <a:buFont typeface="Arial" panose="02080604020202020204" pitchFamily="34" charset="0"/>
              <a:buChar char="•"/>
            </a:pPr>
            <a:r>
              <a:rPr lang="en-US" sz="4800">
                <a:solidFill>
                  <a:schemeClr val="tx1"/>
                </a:solidFill>
                <a:latin typeface="Calibri" panose="020F0502020204030204" charset="0"/>
                <a:ea typeface="Calibri" panose="020F0502020204030204" charset="0"/>
                <a:cs typeface="Calibri" panose="020F0502020204030204" charset="0"/>
              </a:rPr>
              <a:t>    It isn’t so worthwhile for clients because of complex methods contrast with other simple choices.</a:t>
            </a:r>
            <a:endParaRPr lang="en-US" sz="4800">
              <a:solidFill>
                <a:schemeClr val="tx1"/>
              </a:solidFill>
              <a:latin typeface="Calibri" panose="020F0502020204030204" charset="0"/>
              <a:ea typeface="Calibri" panose="020F0502020204030204" charset="0"/>
              <a:cs typeface="Calibri" panose="020F0502020204030204" charset="0"/>
            </a:endParaRPr>
          </a:p>
          <a:p>
            <a:pPr marL="685800" indent="-685800">
              <a:buFont typeface="Arial" panose="02080604020202020204" pitchFamily="34" charset="0"/>
              <a:buChar char="•"/>
            </a:pPr>
            <a:r>
              <a:rPr lang="en-US" sz="4800">
                <a:solidFill>
                  <a:schemeClr val="tx1"/>
                </a:solidFill>
                <a:latin typeface="Calibri" panose="020F0502020204030204" charset="0"/>
                <a:ea typeface="Calibri" panose="020F0502020204030204" charset="0"/>
                <a:cs typeface="Calibri" panose="020F0502020204030204" charset="0"/>
              </a:rPr>
              <a:t>    The power utilization is relatively more in NFC empowered gadgets.</a:t>
            </a:r>
            <a:endParaRPr lang="en-US" sz="4800">
              <a:solidFill>
                <a:schemeClr val="tx1"/>
              </a:solidFill>
              <a:latin typeface="Calibri" panose="020F0502020204030204" charset="0"/>
              <a:ea typeface="Calibri" panose="020F0502020204030204" charset="0"/>
              <a:cs typeface="Calibri" panose="020F050202020403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726" name="Закругленный прямоугольник"/>
          <p:cNvSpPr/>
          <p:nvPr/>
        </p:nvSpPr>
        <p:spPr>
          <a:xfrm>
            <a:off x="11866344" y="2438400"/>
            <a:ext cx="28171875" cy="8839200"/>
          </a:xfrm>
          <a:prstGeom prst="roundRect">
            <a:avLst>
              <a:gd name="adj" fmla="val 50000"/>
            </a:avLst>
          </a:prstGeom>
          <a:solidFill>
            <a:schemeClr val="accent6"/>
          </a:soli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7" name="Title text slide"/>
          <p:cNvSpPr txBox="1"/>
          <p:nvPr/>
        </p:nvSpPr>
        <p:spPr>
          <a:xfrm>
            <a:off x="1797685" y="654368"/>
            <a:ext cx="12872720" cy="1209040"/>
          </a:xfrm>
          <a:prstGeom prst="rect">
            <a:avLst/>
          </a:prstGeom>
          <a:ln w="12700">
            <a:miter lim="400000"/>
          </a:ln>
        </p:spPr>
        <p:txBody>
          <a:bodyPr wrap="square" lIns="50800" tIns="50800" rIns="50800" bIns="50800" anchor="ctr">
            <a:spAutoFit/>
          </a:bodyPr>
          <a:lstStyle>
            <a:lvl1pPr algn="l">
              <a:defRPr sz="8000" b="0">
                <a:solidFill>
                  <a:srgbClr val="31333D"/>
                </a:solidFill>
                <a:latin typeface="Maven Pro Medium"/>
                <a:ea typeface="Maven Pro Medium"/>
                <a:cs typeface="Maven Pro Medium"/>
                <a:sym typeface="Maven Pro Medium"/>
              </a:defRPr>
            </a:lvl1pPr>
          </a:lstStyle>
          <a:p>
            <a:r>
              <a:rPr lang="en-US" sz="7200">
                <a:latin typeface="Calibri" panose="020F0502020204030204" charset="0"/>
                <a:ea typeface="Calibri" panose="020F0502020204030204" charset="0"/>
                <a:cs typeface="Calibri" panose="020F0502020204030204" charset="0"/>
              </a:rPr>
              <a:t>References</a:t>
            </a:r>
            <a:endParaRPr lang="en-US" sz="7200">
              <a:latin typeface="Calibri" panose="020F0502020204030204" charset="0"/>
              <a:ea typeface="Calibri" panose="020F0502020204030204" charset="0"/>
              <a:cs typeface="Calibri" panose="020F0502020204030204" charset="0"/>
            </a:endParaRPr>
          </a:p>
        </p:txBody>
      </p:sp>
      <p:sp>
        <p:nvSpPr>
          <p:cNvPr id="1048728" name="Фигура"/>
          <p:cNvSpPr/>
          <p:nvPr/>
        </p:nvSpPr>
        <p:spPr>
          <a:xfrm>
            <a:off x="2799299" y="2438099"/>
            <a:ext cx="1576918" cy="560672"/>
          </a:xfrm>
          <a:custGeom>
            <a:avLst/>
            <a:gdLst/>
            <a:ahLst/>
            <a:cxnLst>
              <a:cxn ang="0">
                <a:pos x="wd2" y="hd2"/>
              </a:cxn>
              <a:cxn ang="5400000">
                <a:pos x="wd2" y="hd2"/>
              </a:cxn>
              <a:cxn ang="10800000">
                <a:pos x="wd2" y="hd2"/>
              </a:cxn>
              <a:cxn ang="16200000">
                <a:pos x="wd2" y="hd2"/>
              </a:cxn>
            </a:cxnLst>
            <a:rect l="0" t="0" r="r" b="b"/>
            <a:pathLst>
              <a:path w="21380" h="21310" extrusionOk="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a:gsLst>
              <a:gs pos="0">
                <a:schemeClr val="accent2"/>
              </a:gs>
              <a:gs pos="100000">
                <a:schemeClr val="accent1"/>
              </a:gs>
            </a:gsLst>
            <a:lin ang="2015830"/>
          </a:gradFill>
          <a:ln w="12700">
            <a:miter lim="400000"/>
          </a:ln>
        </p:spPr>
        <p:txBody>
          <a:bodyPr lIns="0" tIns="0" rIns="0" bIns="0" anchor="ctr"/>
          <a:p>
            <a:pPr>
              <a:defRPr sz="3200" b="0">
                <a:solidFill>
                  <a:srgbClr val="FFFFFF"/>
                </a:solidFill>
                <a:latin typeface="+mn-lt"/>
                <a:ea typeface="+mn-ea"/>
                <a:cs typeface="+mn-cs"/>
                <a:sym typeface="Helvetica Neue Medium"/>
              </a:defRPr>
            </a:pPr>
            <a:endParaRPr sz="3000">
              <a:latin typeface="Calibri" panose="020F0502020204030204" charset="0"/>
              <a:ea typeface="Calibri" panose="020F0502020204030204" charset="0"/>
              <a:cs typeface="Calibri" panose="020F0502020204030204" charset="0"/>
            </a:endParaRPr>
          </a:p>
        </p:txBody>
      </p:sp>
      <p:sp>
        <p:nvSpPr>
          <p:cNvPr id="1048729" name="Ut enim ad minim veniam, quis nostrud exercitation ullamco laboris nisi ut aliquip ex ea commo consequat. Duis aute irure dolor in reprehenderit in Lorem ipsum dolor sit amet, consectetur sed adipiscing elit, sed do eiusmod tempor incididunt ut labore et dolore magna aliqua. Voluptate velit esse cillum dolore eu fugiat nulla pariatur. Excepteur sint occaecat cupidatat non proident, sunt in culpa qui officia deserunt mollit anim sed id est laborum. Sed ut perspiciatis unde omnis iste natus error sit voluptatem accusantium doloremque sed laudantium, totam rem aperi, voluptatem quia voluptas sit aspernatur Excepteur sint occaecat cupidatat non proident, sunt in culpa qui officia voluptatem accusantium doloremque sed laudantium, totam rem aperi, voluptatem quia voluptas"/>
          <p:cNvSpPr txBox="1"/>
          <p:nvPr/>
        </p:nvSpPr>
        <p:spPr>
          <a:xfrm>
            <a:off x="2799080" y="3573145"/>
            <a:ext cx="19335115" cy="8796020"/>
          </a:xfrm>
          <a:prstGeom prst="rect">
            <a:avLst/>
          </a:prstGeom>
          <a:ln w="12700">
            <a:miter lim="400000"/>
          </a:ln>
        </p:spPr>
        <p:txBody>
          <a:bodyPr wrap="square" lIns="50800" tIns="50800" rIns="50800" bIns="50800">
            <a:spAutoFit/>
          </a:bodyPr>
          <a:lstStyle>
            <a:lvl1pPr algn="l">
              <a:lnSpc>
                <a:spcPct val="120000"/>
              </a:lnSpc>
              <a:spcBef>
                <a:spcPts val="2000"/>
              </a:spcBef>
              <a:defRPr sz="2600" b="0">
                <a:solidFill>
                  <a:srgbClr val="646979"/>
                </a:solidFill>
                <a:latin typeface="Open Sans"/>
                <a:ea typeface="Open Sans"/>
                <a:cs typeface="Open Sans"/>
                <a:sym typeface="Open Sans"/>
              </a:defRPr>
            </a:lvl1pPr>
          </a:lstStyle>
          <a:p>
            <a:pPr/>
            <a:r>
              <a:rPr lang="en-US" sz="3600">
                <a:solidFill>
                  <a:schemeClr val="tx1"/>
                </a:solidFill>
                <a:latin typeface="Calibri" panose="020F0502020204030204" charset="0"/>
                <a:ea typeface="Calibri" panose="020F0502020204030204" charset="0"/>
                <a:cs typeface="Calibri" panose="020F0502020204030204" charset="0"/>
              </a:rPr>
              <a:t>1. https://en.wikipedia.org/wiki/Near-field_communication</a:t>
            </a:r>
            <a:endParaRPr lang="en-US" sz="3600">
              <a:solidFill>
                <a:schemeClr val="tx1"/>
              </a:solidFill>
              <a:latin typeface="Calibri" panose="020F0502020204030204" charset="0"/>
              <a:ea typeface="Calibri" panose="020F0502020204030204" charset="0"/>
              <a:cs typeface="Calibri" panose="020F0502020204030204" charset="0"/>
            </a:endParaRPr>
          </a:p>
          <a:p>
            <a:pPr/>
            <a:r>
              <a:rPr lang="en-US" sz="3600">
                <a:solidFill>
                  <a:schemeClr val="tx1"/>
                </a:solidFill>
                <a:latin typeface="Calibri" panose="020F0502020204030204" charset="0"/>
                <a:ea typeface="Calibri" panose="020F0502020204030204" charset="0"/>
                <a:cs typeface="Calibri" panose="020F0502020204030204" charset="0"/>
              </a:rPr>
              <a:t>2. https://developer.android.com/guide/topics/connectivity/nfc</a:t>
            </a:r>
            <a:endParaRPr lang="en-US" sz="3600">
              <a:solidFill>
                <a:schemeClr val="tx1"/>
              </a:solidFill>
              <a:latin typeface="Calibri" panose="020F0502020204030204" charset="0"/>
              <a:ea typeface="Calibri" panose="020F0502020204030204" charset="0"/>
              <a:cs typeface="Calibri" panose="020F0502020204030204" charset="0"/>
            </a:endParaRPr>
          </a:p>
          <a:p>
            <a:pPr/>
            <a:r>
              <a:rPr lang="en-US" sz="3600">
                <a:solidFill>
                  <a:schemeClr val="tx1"/>
                </a:solidFill>
                <a:latin typeface="Calibri" panose="020F0502020204030204" charset="0"/>
                <a:ea typeface="Calibri" panose="020F0502020204030204" charset="0"/>
                <a:cs typeface="Calibri" panose="020F0502020204030204" charset="0"/>
              </a:rPr>
              <a:t>3. https://nfc-forum.org/</a:t>
            </a:r>
            <a:endParaRPr lang="en-US" sz="3600">
              <a:solidFill>
                <a:schemeClr val="tx1"/>
              </a:solidFill>
              <a:latin typeface="Calibri" panose="020F0502020204030204" charset="0"/>
              <a:ea typeface="Calibri" panose="020F0502020204030204" charset="0"/>
              <a:cs typeface="Calibri" panose="020F0502020204030204" charset="0"/>
            </a:endParaRPr>
          </a:p>
          <a:p>
            <a:pPr/>
            <a:r>
              <a:rPr lang="en-US" sz="3600">
                <a:solidFill>
                  <a:schemeClr val="tx1"/>
                </a:solidFill>
                <a:latin typeface="Calibri" panose="020F0502020204030204" charset="0"/>
                <a:ea typeface="Calibri" panose="020F0502020204030204" charset="0"/>
                <a:cs typeface="Calibri" panose="020F0502020204030204" charset="0"/>
              </a:rPr>
              <a:t>4. https://www.freeiconspng.com/images/nfc-icon</a:t>
            </a:r>
            <a:endParaRPr lang="en-US" sz="3600">
              <a:solidFill>
                <a:schemeClr val="tx1"/>
              </a:solidFill>
              <a:latin typeface="Calibri" panose="020F0502020204030204" charset="0"/>
              <a:ea typeface="Calibri" panose="020F0502020204030204" charset="0"/>
              <a:cs typeface="Calibri" panose="020F0502020204030204" charset="0"/>
            </a:endParaRPr>
          </a:p>
          <a:p>
            <a:pPr/>
            <a:r>
              <a:rPr lang="en-US" sz="3600">
                <a:solidFill>
                  <a:schemeClr val="tx1"/>
                </a:solidFill>
                <a:latin typeface="Calibri" panose="020F0502020204030204" charset="0"/>
                <a:ea typeface="Calibri" panose="020F0502020204030204" charset="0"/>
                <a:cs typeface="Calibri" panose="020F0502020204030204" charset="0"/>
              </a:rPr>
              <a:t>5. https://toppng.com/show_download/467043/nfc-logo-vector-n-mark-free-download/large</a:t>
            </a:r>
            <a:endParaRPr lang="en-US" sz="3600">
              <a:solidFill>
                <a:schemeClr val="tx1"/>
              </a:solidFill>
              <a:latin typeface="Calibri" panose="020F0502020204030204" charset="0"/>
              <a:ea typeface="Calibri" panose="020F0502020204030204" charset="0"/>
              <a:cs typeface="Calibri" panose="020F0502020204030204" charset="0"/>
            </a:endParaRPr>
          </a:p>
          <a:p>
            <a:pPr/>
            <a:r>
              <a:rPr lang="en-US" sz="3600">
                <a:solidFill>
                  <a:schemeClr val="tx1"/>
                </a:solidFill>
                <a:latin typeface="Calibri" panose="020F0502020204030204" charset="0"/>
                <a:ea typeface="Calibri" panose="020F0502020204030204" charset="0"/>
                <a:cs typeface="Calibri" panose="020F0502020204030204" charset="0"/>
              </a:rPr>
              <a:t>6. https://uc.yamaha.com/insights/blog/2018/december/what-is-nfc/</a:t>
            </a:r>
            <a:endParaRPr lang="en-US" sz="3600">
              <a:solidFill>
                <a:schemeClr val="tx1"/>
              </a:solidFill>
              <a:latin typeface="Calibri" panose="020F0502020204030204" charset="0"/>
              <a:ea typeface="Calibri" panose="020F0502020204030204" charset="0"/>
              <a:cs typeface="Calibri" panose="020F0502020204030204" charset="0"/>
            </a:endParaRPr>
          </a:p>
          <a:p>
            <a:pPr/>
            <a:r>
              <a:rPr lang="en-US" sz="3600">
                <a:solidFill>
                  <a:schemeClr val="tx1"/>
                </a:solidFill>
                <a:latin typeface="Calibri" panose="020F0502020204030204" charset="0"/>
                <a:ea typeface="Calibri" panose="020F0502020204030204" charset="0"/>
                <a:cs typeface="Calibri" panose="020F0502020204030204" charset="0"/>
              </a:rPr>
              <a:t>7. https://zapped.to/blog/program-an-nfc-tag/</a:t>
            </a:r>
            <a:endParaRPr lang="en-US" sz="3600">
              <a:solidFill>
                <a:schemeClr val="tx1"/>
              </a:solidFill>
              <a:latin typeface="Calibri" panose="020F0502020204030204" charset="0"/>
              <a:ea typeface="Calibri" panose="020F0502020204030204" charset="0"/>
              <a:cs typeface="Calibri" panose="020F0502020204030204" charset="0"/>
            </a:endParaRPr>
          </a:p>
          <a:p>
            <a:pPr/>
            <a:r>
              <a:rPr lang="en-US" sz="3600">
                <a:solidFill>
                  <a:schemeClr val="tx1"/>
                </a:solidFill>
                <a:latin typeface="Calibri" panose="020F0502020204030204" charset="0"/>
                <a:ea typeface="Calibri" panose="020F0502020204030204" charset="0"/>
                <a:cs typeface="Calibri" panose="020F0502020204030204" charset="0"/>
              </a:rPr>
              <a:t>8. https://www.google.com/search?channel=fs&amp;client=ubuntu&amp;q=history+of+nfc</a:t>
            </a:r>
            <a:endParaRPr lang="en-US" sz="3600">
              <a:solidFill>
                <a:schemeClr val="tx1"/>
              </a:solidFill>
              <a:latin typeface="Calibri" panose="020F0502020204030204" charset="0"/>
              <a:ea typeface="Calibri" panose="020F0502020204030204" charset="0"/>
              <a:cs typeface="Calibri" panose="020F0502020204030204" charset="0"/>
            </a:endParaRPr>
          </a:p>
          <a:p>
            <a:pPr/>
            <a:r>
              <a:rPr lang="en-US" sz="3600">
                <a:solidFill>
                  <a:schemeClr val="tx1"/>
                </a:solidFill>
                <a:latin typeface="Calibri" panose="020F0502020204030204" charset="0"/>
                <a:ea typeface="Calibri" panose="020F0502020204030204" charset="0"/>
                <a:cs typeface="Calibri" panose="020F0502020204030204" charset="0"/>
              </a:rPr>
              <a:t>9. https://www.geeksforgeeks.org/advantages-and-disadvantages-of-near-field-communication/</a:t>
            </a:r>
            <a:endParaRPr lang="en-US" sz="3600">
              <a:solidFill>
                <a:schemeClr val="tx1"/>
              </a:solidFill>
              <a:latin typeface="Calibri" panose="020F0502020204030204" charset="0"/>
              <a:ea typeface="Calibri" panose="020F0502020204030204" charset="0"/>
              <a:cs typeface="Calibri" panose="020F050202020403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47" name=""/>
        <p:cNvGrpSpPr/>
        <p:nvPr/>
      </p:nvGrpSpPr>
      <p:grpSpPr>
        <a:xfrm>
          <a:off x="0" y="0"/>
          <a:ext cx="0" cy="0"/>
          <a:chOff x="0" y="0"/>
          <a:chExt cx="0" cy="0"/>
        </a:xfrm>
      </p:grpSpPr>
      <p:grpSp>
        <p:nvGrpSpPr>
          <p:cNvPr id="48" name="Группа"/>
          <p:cNvGrpSpPr/>
          <p:nvPr/>
        </p:nvGrpSpPr>
        <p:grpSpPr>
          <a:xfrm>
            <a:off x="6351041" y="1017041"/>
            <a:ext cx="11681919" cy="11681919"/>
            <a:chOff x="0" y="0"/>
            <a:chExt cx="11681917" cy="11681917"/>
          </a:xfrm>
        </p:grpSpPr>
        <p:sp>
          <p:nvSpPr>
            <p:cNvPr id="1048730" name="Кружок"/>
            <p:cNvSpPr/>
            <p:nvPr/>
          </p:nvSpPr>
          <p:spPr>
            <a:xfrm>
              <a:off x="0" y="0"/>
              <a:ext cx="11681917" cy="11681917"/>
            </a:xfrm>
            <a:prstGeom prst="ellipse">
              <a:avLst/>
            </a:prstGeom>
            <a:gradFill flip="none" rotWithShape="1">
              <a:gsLst>
                <a:gs pos="0">
                  <a:schemeClr val="accent2"/>
                </a:gs>
                <a:gs pos="100000">
                  <a:schemeClr val="accent1"/>
                </a:gs>
              </a:gsLst>
              <a:lin ang="3403977" scaled="0"/>
            </a:gradFill>
            <a:ln w="12700" cap="flat">
              <a:noFill/>
              <a:miter lim="400000"/>
            </a:ln>
            <a:effectLst/>
          </p:spPr>
          <p:txBody>
            <a:bodyPr wrap="square" lIns="0" tIns="0" rIns="0" bIns="0" numCol="1" anchor="ctr">
              <a:noAutofit/>
            </a:bodyPr>
            <a:p>
              <a:pPr>
                <a:defRPr sz="3200" b="0">
                  <a:solidFill>
                    <a:srgbClr val="FFFFFF"/>
                  </a:solidFill>
                  <a:latin typeface="+mn-lt"/>
                  <a:ea typeface="+mn-ea"/>
                  <a:cs typeface="+mn-cs"/>
                  <a:sym typeface="Helvetica Neue Medium"/>
                </a:defRPr>
              </a:pPr>
              <a:endParaRPr>
                <a:latin typeface="Calibri" panose="020F0502020204030204" charset="0"/>
                <a:ea typeface="Calibri" panose="020F0502020204030204" charset="0"/>
                <a:cs typeface="Calibri" panose="020F0502020204030204" charset="0"/>
              </a:endParaRPr>
            </a:p>
          </p:txBody>
        </p:sp>
        <p:sp>
          <p:nvSpPr>
            <p:cNvPr id="1048731" name="Thank you!"/>
            <p:cNvSpPr txBox="1"/>
            <p:nvPr/>
          </p:nvSpPr>
          <p:spPr>
            <a:xfrm>
              <a:off x="2077950" y="4866978"/>
              <a:ext cx="7526019" cy="1948180"/>
            </a:xfrm>
            <a:prstGeom prst="rect">
              <a:avLst/>
            </a:prstGeom>
            <a:noFill/>
            <a:ln w="12700" cap="flat">
              <a:noFill/>
              <a:miter lim="400000"/>
            </a:ln>
            <a:effectLst/>
          </p:spPr>
          <p:txBody>
            <a:bodyPr wrap="none" lIns="50800" tIns="50800" rIns="50800" bIns="50800" numCol="1" anchor="ctr">
              <a:spAutoFit/>
            </a:bodyPr>
            <a:lstStyle>
              <a:lvl1pPr>
                <a:defRPr sz="12000" b="0">
                  <a:solidFill>
                    <a:srgbClr val="FFFFFF"/>
                  </a:solidFill>
                  <a:latin typeface="Maven Pro Bold"/>
                  <a:ea typeface="Maven Pro Bold"/>
                  <a:cs typeface="Maven Pro Bold"/>
                  <a:sym typeface="Maven Pro Bold"/>
                </a:defRPr>
              </a:lvl1pPr>
            </a:lstStyle>
            <a:p>
              <a:r>
                <a:rPr lang="en-US">
                  <a:latin typeface="Calibri" panose="020F0502020204030204" charset="0"/>
                  <a:ea typeface="Calibri" panose="020F0502020204030204" charset="0"/>
                  <a:cs typeface="Calibri" panose="020F0502020204030204" charset="0"/>
                </a:rPr>
                <a:t>THANK YOU</a:t>
              </a:r>
              <a:endParaRPr lang="en-US">
                <a:latin typeface="Calibri" panose="020F0502020204030204" charset="0"/>
                <a:ea typeface="Calibri" panose="020F0502020204030204" charset="0"/>
                <a:cs typeface="Calibri" panose="020F0502020204030204" charset="0"/>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White">
  <a:themeElements>
    <a:clrScheme name="Radiance - base color">
      <a:dk1>
        <a:srgbClr val="2F313F"/>
      </a:dk1>
      <a:lt1>
        <a:srgbClr val="FFFFFF"/>
      </a:lt1>
      <a:dk2>
        <a:srgbClr val="454752"/>
      </a:dk2>
      <a:lt2>
        <a:srgbClr val="646779"/>
      </a:lt2>
      <a:accent1>
        <a:srgbClr val="635ED6"/>
      </a:accent1>
      <a:accent2>
        <a:srgbClr val="5E9EEE"/>
      </a:accent2>
      <a:accent3>
        <a:srgbClr val="635ED5"/>
      </a:accent3>
      <a:accent4>
        <a:srgbClr val="5E9EEF"/>
      </a:accent4>
      <a:accent5>
        <a:srgbClr val="D3DBE4"/>
      </a:accent5>
      <a:accent6>
        <a:srgbClr val="EDF4FD"/>
      </a:accent6>
      <a:hlink>
        <a:srgbClr val="635ED5"/>
      </a:hlink>
      <a:folHlink>
        <a:srgbClr val="5E9DEE"/>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9pPr>
      </a:lstStyle>
      <a:style>
        <a:lnRef idx="0">
          <a:scrgbClr r="0" g="0" b="0"/>
        </a:lnRef>
        <a:fillRef idx="0">
          <a:scrgbClr r="0" g="0" b="0"/>
        </a:fillRef>
        <a:effectRef idx="0">
          <a:scrgbClr r="0" g="0" b="0"/>
        </a:effectRef>
        <a:fontRef idx="none">
          <a:srgbClr val="000000"/>
        </a:fontRef>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9pPr>
      </a:lstStyle>
      <a:style>
        <a:lnRef idx="0">
          <a:scrgbClr r="0" g="0" b="0"/>
        </a:lnRef>
        <a:fillRef idx="0">
          <a:scrgbClr r="0" g="0" b="0"/>
        </a:fillRef>
        <a:effectRef idx="0">
          <a:scrgbClr r="0" g="0" b="0"/>
        </a:effectRef>
        <a:fontRef idx="none">
          <a:srgbClr val="000000"/>
        </a:fontRef>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9pPr>
      </a:lstStyle>
      <a:style>
        <a:lnRef idx="0">
          <a:scrgbClr r="0" g="0" b="0"/>
        </a:lnRef>
        <a:fillRef idx="0">
          <a:scrgbClr r="0" g="0" b="0"/>
        </a:fillRef>
        <a:effectRef idx="0">
          <a:scrgbClr r="0" g="0" b="0"/>
        </a:effectRef>
        <a:fontRef idx="none">
          <a:srgbClr val="000000"/>
        </a:fontRef>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9pPr>
      </a:lstStyle>
      <a:style>
        <a:lnRef idx="0">
          <a:scrgbClr r="0" g="0" b="0"/>
        </a:lnRef>
        <a:fillRef idx="0">
          <a:scrgbClr r="0" g="0" b="0"/>
        </a:fillRef>
        <a:effectRef idx="0">
          <a:scrgbClr r="0" g="0" b="0"/>
        </a:effectRef>
        <a:fontRef idx="none">
          <a:srgbClr val="000000"/>
        </a:fontRef>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9pPr>
      </a:lstStyle>
      <a:style>
        <a:lnRef idx="0">
          <a:scrgbClr r="0" g="0" b="0"/>
        </a:lnRef>
        <a:fillRef idx="0">
          <a:scrgbClr r="0" g="0" b="0"/>
        </a:fillRef>
        <a:effectRef idx="0">
          <a:scrgbClr r="0" g="0" b="0"/>
        </a:effectRef>
        <a:fontRef idx="none">
          <a:srgbClr val="000000"/>
        </a:fontRef>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defRPr>
        </a:lvl9pPr>
      </a:lstStyle>
      <a:style>
        <a:lnRef idx="0">
          <a:scrgbClr r="0" g="0" b="0"/>
        </a:lnRef>
        <a:fillRef idx="0">
          <a:scrgbClr r="0" g="0" b="0"/>
        </a:fillRef>
        <a:effectRef idx="0">
          <a:scrgbClr r="0" g="0" b="0"/>
        </a:effectRef>
        <a:fontRef idx="none">
          <a:srgbClr val="000000"/>
        </a:fontRef>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4169</Words>
  <Application>WPS Presentation</Application>
  <PresentationFormat/>
  <Paragraphs>179</Paragraphs>
  <Slides>26</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26</vt:i4>
      </vt:variant>
    </vt:vector>
  </HeadingPairs>
  <TitlesOfParts>
    <vt:vector size="46" baseType="lpstr">
      <vt:lpstr>Arial</vt:lpstr>
      <vt:lpstr>SimSun</vt:lpstr>
      <vt:lpstr>Wingdings</vt:lpstr>
      <vt:lpstr>Helvetica Neue</vt:lpstr>
      <vt:lpstr>Gubbi</vt:lpstr>
      <vt:lpstr>Helvetica Neue Medium</vt:lpstr>
      <vt:lpstr>Calibri</vt:lpstr>
      <vt:lpstr>DejaVu Sans</vt:lpstr>
      <vt:lpstr>Helvetica Neue Light</vt:lpstr>
      <vt:lpstr>Open Sans</vt:lpstr>
      <vt:lpstr>Maven Pro Bold</vt:lpstr>
      <vt:lpstr>Maven Pro Medium</vt:lpstr>
      <vt:lpstr>Microsoft YaHei Light</vt:lpstr>
      <vt:lpstr>Droid Sans Fallback</vt:lpstr>
      <vt:lpstr>Roboto</vt:lpstr>
      <vt:lpstr>Phetsarath OT</vt:lpstr>
      <vt:lpstr>Microsoft YaHei</vt:lpstr>
      <vt:lpstr>Arial Unicode MS</vt:lpstr>
      <vt:lpstr>OpenSymbol</vt:lpstr>
      <vt:lpstr>White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A1601</dc:creator>
  <cp:lastModifiedBy>ai</cp:lastModifiedBy>
  <cp:revision>6</cp:revision>
  <dcterms:created xsi:type="dcterms:W3CDTF">2023-01-18T18:54:23Z</dcterms:created>
  <dcterms:modified xsi:type="dcterms:W3CDTF">2023-01-18T18:54:23Z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1033-11.1.0.11664</vt:lpwstr>
  </property>
  <property fmtid="{D5CDD505-2E9C-101B-9397-08002B2CF9AE}" pid="3" name="ICV">
    <vt:lpwstr/>
  </property>
</Properties>
</file>